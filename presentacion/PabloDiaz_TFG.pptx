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65" r:id="rId3"/>
    <p:sldId id="257" r:id="rId4"/>
    <p:sldId id="258" r:id="rId5"/>
    <p:sldId id="266" r:id="rId6"/>
    <p:sldId id="260" r:id="rId7"/>
    <p:sldId id="261" r:id="rId8"/>
    <p:sldId id="262" r:id="rId9"/>
    <p:sldId id="264" r:id="rId10"/>
    <p:sldId id="267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D3116-7858-4F09-9123-DC8CE81F2D28}" v="574" dt="2025-06-16T16:17:59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íaz Pérez, Pablo" userId="395a7477-0ad1-44d7-9177-8667ed949932" providerId="ADAL" clId="{39ED3116-7858-4F09-9123-DC8CE81F2D28}"/>
    <pc:docChg chg="undo custSel addSld delSld modSld">
      <pc:chgData name="Díaz Pérez, Pablo" userId="395a7477-0ad1-44d7-9177-8667ed949932" providerId="ADAL" clId="{39ED3116-7858-4F09-9123-DC8CE81F2D28}" dt="2025-06-16T16:18:38.579" v="2184" actId="113"/>
      <pc:docMkLst>
        <pc:docMk/>
      </pc:docMkLst>
      <pc:sldChg chg="addSp delSp modSp mod setBg">
        <pc:chgData name="Díaz Pérez, Pablo" userId="395a7477-0ad1-44d7-9177-8667ed949932" providerId="ADAL" clId="{39ED3116-7858-4F09-9123-DC8CE81F2D28}" dt="2025-06-11T19:23:24.078" v="1248" actId="26606"/>
        <pc:sldMkLst>
          <pc:docMk/>
          <pc:sldMk cId="1784138850" sldId="256"/>
        </pc:sldMkLst>
        <pc:spChg chg="mod">
          <ac:chgData name="Díaz Pérez, Pablo" userId="395a7477-0ad1-44d7-9177-8667ed949932" providerId="ADAL" clId="{39ED3116-7858-4F09-9123-DC8CE81F2D28}" dt="2025-06-11T19:23:24.078" v="1248" actId="26606"/>
          <ac:spMkLst>
            <pc:docMk/>
            <pc:sldMk cId="1784138850" sldId="256"/>
            <ac:spMk id="2" creationId="{F808893D-B60C-C72D-4BA5-79B1CF448475}"/>
          </ac:spMkLst>
        </pc:spChg>
        <pc:spChg chg="mod">
          <ac:chgData name="Díaz Pérez, Pablo" userId="395a7477-0ad1-44d7-9177-8667ed949932" providerId="ADAL" clId="{39ED3116-7858-4F09-9123-DC8CE81F2D28}" dt="2025-06-11T19:23:24.078" v="1248" actId="26606"/>
          <ac:spMkLst>
            <pc:docMk/>
            <pc:sldMk cId="1784138850" sldId="256"/>
            <ac:spMk id="3" creationId="{B4920325-8B1F-99D5-68B4-8626740EB064}"/>
          </ac:spMkLst>
        </pc:spChg>
        <pc:spChg chg="add">
          <ac:chgData name="Díaz Pérez, Pablo" userId="395a7477-0ad1-44d7-9177-8667ed949932" providerId="ADAL" clId="{39ED3116-7858-4F09-9123-DC8CE81F2D28}" dt="2025-06-11T19:23:24.078" v="1248" actId="26606"/>
          <ac:spMkLst>
            <pc:docMk/>
            <pc:sldMk cId="1784138850" sldId="256"/>
            <ac:spMk id="1033" creationId="{94DA0203-BFB4-49DB-A205-51AD7549D42A}"/>
          </ac:spMkLst>
        </pc:spChg>
        <pc:spChg chg="add">
          <ac:chgData name="Díaz Pérez, Pablo" userId="395a7477-0ad1-44d7-9177-8667ed949932" providerId="ADAL" clId="{39ED3116-7858-4F09-9123-DC8CE81F2D28}" dt="2025-06-11T19:23:24.078" v="1248" actId="26606"/>
          <ac:spMkLst>
            <pc:docMk/>
            <pc:sldMk cId="1784138850" sldId="256"/>
            <ac:spMk id="1035" creationId="{652F1BB8-9F6C-45D6-898D-65348D26BFCC}"/>
          </ac:spMkLst>
        </pc:spChg>
        <pc:picChg chg="add mod ord">
          <ac:chgData name="Díaz Pérez, Pablo" userId="395a7477-0ad1-44d7-9177-8667ed949932" providerId="ADAL" clId="{39ED3116-7858-4F09-9123-DC8CE81F2D28}" dt="2025-06-11T19:23:24.078" v="1248" actId="26606"/>
          <ac:picMkLst>
            <pc:docMk/>
            <pc:sldMk cId="1784138850" sldId="256"/>
            <ac:picMk id="1028" creationId="{5E192483-13A5-6621-3377-FF061C01EA76}"/>
          </ac:picMkLst>
        </pc:picChg>
      </pc:sldChg>
      <pc:sldChg chg="addSp modSp mod setBg">
        <pc:chgData name="Díaz Pérez, Pablo" userId="395a7477-0ad1-44d7-9177-8667ed949932" providerId="ADAL" clId="{39ED3116-7858-4F09-9123-DC8CE81F2D28}" dt="2025-06-16T09:35:33.681" v="2114" actId="20577"/>
        <pc:sldMkLst>
          <pc:docMk/>
          <pc:sldMk cId="4161791321" sldId="257"/>
        </pc:sldMkLst>
        <pc:spChg chg="mod">
          <ac:chgData name="Díaz Pérez, Pablo" userId="395a7477-0ad1-44d7-9177-8667ed949932" providerId="ADAL" clId="{39ED3116-7858-4F09-9123-DC8CE81F2D28}" dt="2025-06-11T19:24:40.312" v="1250" actId="26606"/>
          <ac:spMkLst>
            <pc:docMk/>
            <pc:sldMk cId="4161791321" sldId="257"/>
            <ac:spMk id="2" creationId="{BC665B20-85F0-BA42-E916-80756D709E74}"/>
          </ac:spMkLst>
        </pc:spChg>
        <pc:spChg chg="mod">
          <ac:chgData name="Díaz Pérez, Pablo" userId="395a7477-0ad1-44d7-9177-8667ed949932" providerId="ADAL" clId="{39ED3116-7858-4F09-9123-DC8CE81F2D28}" dt="2025-06-16T09:35:33.681" v="2114" actId="20577"/>
          <ac:spMkLst>
            <pc:docMk/>
            <pc:sldMk cId="4161791321" sldId="257"/>
            <ac:spMk id="3" creationId="{6570A09E-401D-C0E8-40A8-6A6580DB87A2}"/>
          </ac:spMkLst>
        </pc:spChg>
        <pc:spChg chg="add">
          <ac:chgData name="Díaz Pérez, Pablo" userId="395a7477-0ad1-44d7-9177-8667ed949932" providerId="ADAL" clId="{39ED3116-7858-4F09-9123-DC8CE81F2D28}" dt="2025-06-11T19:24:40.312" v="1250" actId="26606"/>
          <ac:spMkLst>
            <pc:docMk/>
            <pc:sldMk cId="4161791321" sldId="257"/>
            <ac:spMk id="2055" creationId="{A80A97F9-87C9-4710-B480-406EA55C9EC8}"/>
          </ac:spMkLst>
        </pc:spChg>
        <pc:spChg chg="add">
          <ac:chgData name="Díaz Pérez, Pablo" userId="395a7477-0ad1-44d7-9177-8667ed949932" providerId="ADAL" clId="{39ED3116-7858-4F09-9123-DC8CE81F2D28}" dt="2025-06-11T19:24:40.312" v="1250" actId="26606"/>
          <ac:spMkLst>
            <pc:docMk/>
            <pc:sldMk cId="4161791321" sldId="257"/>
            <ac:spMk id="2057" creationId="{6D6F0AC2-F229-46DE-A0A2-5CB386CE9014}"/>
          </ac:spMkLst>
        </pc:spChg>
        <pc:spChg chg="add">
          <ac:chgData name="Díaz Pérez, Pablo" userId="395a7477-0ad1-44d7-9177-8667ed949932" providerId="ADAL" clId="{39ED3116-7858-4F09-9123-DC8CE81F2D28}" dt="2025-06-11T19:24:40.312" v="1250" actId="26606"/>
          <ac:spMkLst>
            <pc:docMk/>
            <pc:sldMk cId="4161791321" sldId="257"/>
            <ac:spMk id="2059" creationId="{6988DF46-BB01-4433-86D4-321BC88CE323}"/>
          </ac:spMkLst>
        </pc:spChg>
        <pc:picChg chg="add mod">
          <ac:chgData name="Díaz Pérez, Pablo" userId="395a7477-0ad1-44d7-9177-8667ed949932" providerId="ADAL" clId="{39ED3116-7858-4F09-9123-DC8CE81F2D28}" dt="2025-06-11T19:24:40.312" v="1250" actId="26606"/>
          <ac:picMkLst>
            <pc:docMk/>
            <pc:sldMk cId="4161791321" sldId="257"/>
            <ac:picMk id="2050" creationId="{0D4EE175-0488-17E7-E127-6F4102802575}"/>
          </ac:picMkLst>
        </pc:picChg>
      </pc:sldChg>
      <pc:sldChg chg="addSp modSp mod setBg">
        <pc:chgData name="Díaz Pérez, Pablo" userId="395a7477-0ad1-44d7-9177-8667ed949932" providerId="ADAL" clId="{39ED3116-7858-4F09-9123-DC8CE81F2D28}" dt="2025-06-11T19:29:07.523" v="1252" actId="26606"/>
        <pc:sldMkLst>
          <pc:docMk/>
          <pc:sldMk cId="4048321662" sldId="258"/>
        </pc:sldMkLst>
        <pc:spChg chg="mod">
          <ac:chgData name="Díaz Pérez, Pablo" userId="395a7477-0ad1-44d7-9177-8667ed949932" providerId="ADAL" clId="{39ED3116-7858-4F09-9123-DC8CE81F2D28}" dt="2025-06-11T19:29:07.523" v="1252" actId="26606"/>
          <ac:spMkLst>
            <pc:docMk/>
            <pc:sldMk cId="4048321662" sldId="258"/>
            <ac:spMk id="2" creationId="{93AF7581-47E4-A30C-BB36-38F5275A097F}"/>
          </ac:spMkLst>
        </pc:spChg>
        <pc:spChg chg="mod">
          <ac:chgData name="Díaz Pérez, Pablo" userId="395a7477-0ad1-44d7-9177-8667ed949932" providerId="ADAL" clId="{39ED3116-7858-4F09-9123-DC8CE81F2D28}" dt="2025-06-11T19:29:07.523" v="1252" actId="26606"/>
          <ac:spMkLst>
            <pc:docMk/>
            <pc:sldMk cId="4048321662" sldId="258"/>
            <ac:spMk id="3" creationId="{D8ED4531-7D7A-F933-C75D-1B707E4EE085}"/>
          </ac:spMkLst>
        </pc:spChg>
        <pc:spChg chg="add">
          <ac:chgData name="Díaz Pérez, Pablo" userId="395a7477-0ad1-44d7-9177-8667ed949932" providerId="ADAL" clId="{39ED3116-7858-4F09-9123-DC8CE81F2D28}" dt="2025-06-11T19:29:07.523" v="1252" actId="26606"/>
          <ac:spMkLst>
            <pc:docMk/>
            <pc:sldMk cId="4048321662" sldId="258"/>
            <ac:spMk id="3079" creationId="{A80A97F9-87C9-4710-B480-406EA55C9EC8}"/>
          </ac:spMkLst>
        </pc:spChg>
        <pc:spChg chg="add">
          <ac:chgData name="Díaz Pérez, Pablo" userId="395a7477-0ad1-44d7-9177-8667ed949932" providerId="ADAL" clId="{39ED3116-7858-4F09-9123-DC8CE81F2D28}" dt="2025-06-11T19:29:07.523" v="1252" actId="26606"/>
          <ac:spMkLst>
            <pc:docMk/>
            <pc:sldMk cId="4048321662" sldId="258"/>
            <ac:spMk id="3081" creationId="{6D6F0AC2-F229-46DE-A0A2-5CB386CE9014}"/>
          </ac:spMkLst>
        </pc:spChg>
        <pc:spChg chg="add">
          <ac:chgData name="Díaz Pérez, Pablo" userId="395a7477-0ad1-44d7-9177-8667ed949932" providerId="ADAL" clId="{39ED3116-7858-4F09-9123-DC8CE81F2D28}" dt="2025-06-11T19:29:07.523" v="1252" actId="26606"/>
          <ac:spMkLst>
            <pc:docMk/>
            <pc:sldMk cId="4048321662" sldId="258"/>
            <ac:spMk id="3083" creationId="{6988DF46-BB01-4433-86D4-321BC88CE323}"/>
          </ac:spMkLst>
        </pc:spChg>
        <pc:picChg chg="add mod">
          <ac:chgData name="Díaz Pérez, Pablo" userId="395a7477-0ad1-44d7-9177-8667ed949932" providerId="ADAL" clId="{39ED3116-7858-4F09-9123-DC8CE81F2D28}" dt="2025-06-11T19:29:07.523" v="1252" actId="26606"/>
          <ac:picMkLst>
            <pc:docMk/>
            <pc:sldMk cId="4048321662" sldId="258"/>
            <ac:picMk id="3074" creationId="{0DC1F6A7-CBA1-6322-0EE9-D6F916DFF2DE}"/>
          </ac:picMkLst>
        </pc:picChg>
      </pc:sldChg>
      <pc:sldChg chg="addSp delSp modSp del mod setBg setClrOvrMap">
        <pc:chgData name="Díaz Pérez, Pablo" userId="395a7477-0ad1-44d7-9177-8667ed949932" providerId="ADAL" clId="{39ED3116-7858-4F09-9123-DC8CE81F2D28}" dt="2025-06-11T21:07:43.516" v="1840" actId="47"/>
        <pc:sldMkLst>
          <pc:docMk/>
          <pc:sldMk cId="484815427" sldId="259"/>
        </pc:sldMkLst>
      </pc:sldChg>
      <pc:sldChg chg="addSp modSp mod setBg">
        <pc:chgData name="Díaz Pérez, Pablo" userId="395a7477-0ad1-44d7-9177-8667ed949932" providerId="ADAL" clId="{39ED3116-7858-4F09-9123-DC8CE81F2D28}" dt="2025-06-16T16:15:41.961" v="2164" actId="20577"/>
        <pc:sldMkLst>
          <pc:docMk/>
          <pc:sldMk cId="3021029589" sldId="260"/>
        </pc:sldMkLst>
        <pc:spChg chg="mod">
          <ac:chgData name="Díaz Pérez, Pablo" userId="395a7477-0ad1-44d7-9177-8667ed949932" providerId="ADAL" clId="{39ED3116-7858-4F09-9123-DC8CE81F2D28}" dt="2025-06-13T17:45:08.776" v="2074" actId="20577"/>
          <ac:spMkLst>
            <pc:docMk/>
            <pc:sldMk cId="3021029589" sldId="260"/>
            <ac:spMk id="2" creationId="{AE3ED3E6-0F4A-1E0F-81FA-9479558E46E9}"/>
          </ac:spMkLst>
        </pc:spChg>
        <pc:spChg chg="mod">
          <ac:chgData name="Díaz Pérez, Pablo" userId="395a7477-0ad1-44d7-9177-8667ed949932" providerId="ADAL" clId="{39ED3116-7858-4F09-9123-DC8CE81F2D28}" dt="2025-06-16T09:35:49.605" v="2127" actId="20577"/>
          <ac:spMkLst>
            <pc:docMk/>
            <pc:sldMk cId="3021029589" sldId="260"/>
            <ac:spMk id="3" creationId="{897BCC2C-2E00-482B-7036-BF3F2B7A059F}"/>
          </ac:spMkLst>
        </pc:spChg>
        <pc:spChg chg="add mod">
          <ac:chgData name="Díaz Pérez, Pablo" userId="395a7477-0ad1-44d7-9177-8667ed949932" providerId="ADAL" clId="{39ED3116-7858-4F09-9123-DC8CE81F2D28}" dt="2025-06-16T16:15:41.961" v="2164" actId="20577"/>
          <ac:spMkLst>
            <pc:docMk/>
            <pc:sldMk cId="3021029589" sldId="260"/>
            <ac:spMk id="4" creationId="{E1007EA9-9392-FAAB-AF91-F9BA2C251923}"/>
          </ac:spMkLst>
        </pc:spChg>
        <pc:spChg chg="add">
          <ac:chgData name="Díaz Pérez, Pablo" userId="395a7477-0ad1-44d7-9177-8667ed949932" providerId="ADAL" clId="{39ED3116-7858-4F09-9123-DC8CE81F2D28}" dt="2025-06-11T19:33:24.856" v="1276" actId="26606"/>
          <ac:spMkLst>
            <pc:docMk/>
            <pc:sldMk cId="3021029589" sldId="260"/>
            <ac:spMk id="10" creationId="{A80A97F9-87C9-4710-B480-406EA55C9EC8}"/>
          </ac:spMkLst>
        </pc:spChg>
        <pc:spChg chg="add">
          <ac:chgData name="Díaz Pérez, Pablo" userId="395a7477-0ad1-44d7-9177-8667ed949932" providerId="ADAL" clId="{39ED3116-7858-4F09-9123-DC8CE81F2D28}" dt="2025-06-11T19:33:24.856" v="1276" actId="26606"/>
          <ac:spMkLst>
            <pc:docMk/>
            <pc:sldMk cId="3021029589" sldId="260"/>
            <ac:spMk id="12" creationId="{6D6F0AC2-F229-46DE-A0A2-5CB386CE9014}"/>
          </ac:spMkLst>
        </pc:spChg>
        <pc:spChg chg="add">
          <ac:chgData name="Díaz Pérez, Pablo" userId="395a7477-0ad1-44d7-9177-8667ed949932" providerId="ADAL" clId="{39ED3116-7858-4F09-9123-DC8CE81F2D28}" dt="2025-06-11T19:33:24.856" v="1276" actId="26606"/>
          <ac:spMkLst>
            <pc:docMk/>
            <pc:sldMk cId="3021029589" sldId="260"/>
            <ac:spMk id="14" creationId="{6988DF46-BB01-4433-86D4-321BC88CE323}"/>
          </ac:spMkLst>
        </pc:spChg>
        <pc:picChg chg="add mod">
          <ac:chgData name="Díaz Pérez, Pablo" userId="395a7477-0ad1-44d7-9177-8667ed949932" providerId="ADAL" clId="{39ED3116-7858-4F09-9123-DC8CE81F2D28}" dt="2025-06-11T19:33:24.856" v="1276" actId="26606"/>
          <ac:picMkLst>
            <pc:docMk/>
            <pc:sldMk cId="3021029589" sldId="260"/>
            <ac:picMk id="5" creationId="{A7275345-E30A-B547-45B7-9758593DFEF0}"/>
          </ac:picMkLst>
        </pc:picChg>
      </pc:sldChg>
      <pc:sldChg chg="addSp modSp mod setBg">
        <pc:chgData name="Díaz Pérez, Pablo" userId="395a7477-0ad1-44d7-9177-8667ed949932" providerId="ADAL" clId="{39ED3116-7858-4F09-9123-DC8CE81F2D28}" dt="2025-06-16T16:15:49.518" v="2166"/>
        <pc:sldMkLst>
          <pc:docMk/>
          <pc:sldMk cId="434831733" sldId="261"/>
        </pc:sldMkLst>
        <pc:spChg chg="mod">
          <ac:chgData name="Díaz Pérez, Pablo" userId="395a7477-0ad1-44d7-9177-8667ed949932" providerId="ADAL" clId="{39ED3116-7858-4F09-9123-DC8CE81F2D28}" dt="2025-06-11T19:33:41.878" v="1280" actId="26606"/>
          <ac:spMkLst>
            <pc:docMk/>
            <pc:sldMk cId="434831733" sldId="261"/>
            <ac:spMk id="2" creationId="{FDF01951-5E97-D0C9-705E-C5CF0F646A48}"/>
          </ac:spMkLst>
        </pc:spChg>
        <pc:spChg chg="mod">
          <ac:chgData name="Díaz Pérez, Pablo" userId="395a7477-0ad1-44d7-9177-8667ed949932" providerId="ADAL" clId="{39ED3116-7858-4F09-9123-DC8CE81F2D28}" dt="2025-06-11T19:33:41.878" v="1280" actId="26606"/>
          <ac:spMkLst>
            <pc:docMk/>
            <pc:sldMk cId="434831733" sldId="261"/>
            <ac:spMk id="3" creationId="{58648417-C6EA-FD1D-01BE-A2C01B50D76D}"/>
          </ac:spMkLst>
        </pc:spChg>
        <pc:spChg chg="add mod">
          <ac:chgData name="Díaz Pérez, Pablo" userId="395a7477-0ad1-44d7-9177-8667ed949932" providerId="ADAL" clId="{39ED3116-7858-4F09-9123-DC8CE81F2D28}" dt="2025-06-16T16:15:49.518" v="2166"/>
          <ac:spMkLst>
            <pc:docMk/>
            <pc:sldMk cId="434831733" sldId="261"/>
            <ac:spMk id="4" creationId="{DF0B5353-7B93-D259-C4EF-3C20B170D8ED}"/>
          </ac:spMkLst>
        </pc:spChg>
        <pc:spChg chg="add">
          <ac:chgData name="Díaz Pérez, Pablo" userId="395a7477-0ad1-44d7-9177-8667ed949932" providerId="ADAL" clId="{39ED3116-7858-4F09-9123-DC8CE81F2D28}" dt="2025-06-11T19:33:41.878" v="1280" actId="26606"/>
          <ac:spMkLst>
            <pc:docMk/>
            <pc:sldMk cId="434831733" sldId="261"/>
            <ac:spMk id="10" creationId="{A80A97F9-87C9-4710-B480-406EA55C9EC8}"/>
          </ac:spMkLst>
        </pc:spChg>
        <pc:spChg chg="add">
          <ac:chgData name="Díaz Pérez, Pablo" userId="395a7477-0ad1-44d7-9177-8667ed949932" providerId="ADAL" clId="{39ED3116-7858-4F09-9123-DC8CE81F2D28}" dt="2025-06-11T19:33:41.878" v="1280" actId="26606"/>
          <ac:spMkLst>
            <pc:docMk/>
            <pc:sldMk cId="434831733" sldId="261"/>
            <ac:spMk id="12" creationId="{6D6F0AC2-F229-46DE-A0A2-5CB386CE9014}"/>
          </ac:spMkLst>
        </pc:spChg>
        <pc:spChg chg="add">
          <ac:chgData name="Díaz Pérez, Pablo" userId="395a7477-0ad1-44d7-9177-8667ed949932" providerId="ADAL" clId="{39ED3116-7858-4F09-9123-DC8CE81F2D28}" dt="2025-06-11T19:33:41.878" v="1280" actId="26606"/>
          <ac:spMkLst>
            <pc:docMk/>
            <pc:sldMk cId="434831733" sldId="261"/>
            <ac:spMk id="14" creationId="{6988DF46-BB01-4433-86D4-321BC88CE323}"/>
          </ac:spMkLst>
        </pc:spChg>
        <pc:picChg chg="add mod">
          <ac:chgData name="Díaz Pérez, Pablo" userId="395a7477-0ad1-44d7-9177-8667ed949932" providerId="ADAL" clId="{39ED3116-7858-4F09-9123-DC8CE81F2D28}" dt="2025-06-11T19:33:41.878" v="1280" actId="26606"/>
          <ac:picMkLst>
            <pc:docMk/>
            <pc:sldMk cId="434831733" sldId="261"/>
            <ac:picMk id="5" creationId="{B7C50003-8872-4DFF-A80A-6C2CBF648D6B}"/>
          </ac:picMkLst>
        </pc:picChg>
      </pc:sldChg>
      <pc:sldChg chg="addSp delSp modSp mod setBg setClrOvrMap">
        <pc:chgData name="Díaz Pérez, Pablo" userId="395a7477-0ad1-44d7-9177-8667ed949932" providerId="ADAL" clId="{39ED3116-7858-4F09-9123-DC8CE81F2D28}" dt="2025-06-16T16:15:54.009" v="2168"/>
        <pc:sldMkLst>
          <pc:docMk/>
          <pc:sldMk cId="587431016" sldId="262"/>
        </pc:sldMkLst>
        <pc:spChg chg="mod">
          <ac:chgData name="Díaz Pérez, Pablo" userId="395a7477-0ad1-44d7-9177-8667ed949932" providerId="ADAL" clId="{39ED3116-7858-4F09-9123-DC8CE81F2D28}" dt="2025-06-12T14:14:37.519" v="1850" actId="26606"/>
          <ac:spMkLst>
            <pc:docMk/>
            <pc:sldMk cId="587431016" sldId="262"/>
            <ac:spMk id="2" creationId="{D35DB2F4-F6B7-4D44-DDA5-983C5F909175}"/>
          </ac:spMkLst>
        </pc:spChg>
        <pc:spChg chg="add mod">
          <ac:chgData name="Díaz Pérez, Pablo" userId="395a7477-0ad1-44d7-9177-8667ed949932" providerId="ADAL" clId="{39ED3116-7858-4F09-9123-DC8CE81F2D28}" dt="2025-06-16T16:15:54.009" v="2168"/>
          <ac:spMkLst>
            <pc:docMk/>
            <pc:sldMk cId="587431016" sldId="262"/>
            <ac:spMk id="3" creationId="{57D29658-C8F6-0A94-6382-6D13022104D5}"/>
          </ac:spMkLst>
        </pc:spChg>
        <pc:spChg chg="add">
          <ac:chgData name="Díaz Pérez, Pablo" userId="395a7477-0ad1-44d7-9177-8667ed949932" providerId="ADAL" clId="{39ED3116-7858-4F09-9123-DC8CE81F2D28}" dt="2025-06-12T14:14:37.519" v="1850" actId="26606"/>
          <ac:spMkLst>
            <pc:docMk/>
            <pc:sldMk cId="587431016" sldId="262"/>
            <ac:spMk id="4147" creationId="{A80A97F9-87C9-4710-B480-406EA55C9EC8}"/>
          </ac:spMkLst>
        </pc:spChg>
        <pc:spChg chg="add">
          <ac:chgData name="Díaz Pérez, Pablo" userId="395a7477-0ad1-44d7-9177-8667ed949932" providerId="ADAL" clId="{39ED3116-7858-4F09-9123-DC8CE81F2D28}" dt="2025-06-12T14:14:37.519" v="1850" actId="26606"/>
          <ac:spMkLst>
            <pc:docMk/>
            <pc:sldMk cId="587431016" sldId="262"/>
            <ac:spMk id="4148" creationId="{6D6F0AC2-F229-46DE-A0A2-5CB386CE9014}"/>
          </ac:spMkLst>
        </pc:spChg>
        <pc:spChg chg="add">
          <ac:chgData name="Díaz Pérez, Pablo" userId="395a7477-0ad1-44d7-9177-8667ed949932" providerId="ADAL" clId="{39ED3116-7858-4F09-9123-DC8CE81F2D28}" dt="2025-06-12T14:14:37.519" v="1850" actId="26606"/>
          <ac:spMkLst>
            <pc:docMk/>
            <pc:sldMk cId="587431016" sldId="262"/>
            <ac:spMk id="4149" creationId="{6988DF46-BB01-4433-86D4-321BC88CE323}"/>
          </ac:spMkLst>
        </pc:spChg>
        <pc:picChg chg="add mod">
          <ac:chgData name="Díaz Pérez, Pablo" userId="395a7477-0ad1-44d7-9177-8667ed949932" providerId="ADAL" clId="{39ED3116-7858-4F09-9123-DC8CE81F2D28}" dt="2025-06-12T14:14:37.519" v="1850" actId="26606"/>
          <ac:picMkLst>
            <pc:docMk/>
            <pc:sldMk cId="587431016" sldId="262"/>
            <ac:picMk id="4" creationId="{56BEA807-5CC3-8D14-FD7E-9CC78D3386BD}"/>
          </ac:picMkLst>
        </pc:picChg>
      </pc:sldChg>
      <pc:sldChg chg="del">
        <pc:chgData name="Díaz Pérez, Pablo" userId="395a7477-0ad1-44d7-9177-8667ed949932" providerId="ADAL" clId="{39ED3116-7858-4F09-9123-DC8CE81F2D28}" dt="2025-06-10T21:46:07.726" v="1244" actId="47"/>
        <pc:sldMkLst>
          <pc:docMk/>
          <pc:sldMk cId="3793400996" sldId="263"/>
        </pc:sldMkLst>
      </pc:sldChg>
      <pc:sldChg chg="addSp delSp modSp mod setBg">
        <pc:chgData name="Díaz Pérez, Pablo" userId="395a7477-0ad1-44d7-9177-8667ed949932" providerId="ADAL" clId="{39ED3116-7858-4F09-9123-DC8CE81F2D28}" dt="2025-06-13T19:46:05.450" v="2089" actId="20577"/>
        <pc:sldMkLst>
          <pc:docMk/>
          <pc:sldMk cId="1301824755" sldId="264"/>
        </pc:sldMkLst>
        <pc:spChg chg="mod">
          <ac:chgData name="Díaz Pérez, Pablo" userId="395a7477-0ad1-44d7-9177-8667ed949932" providerId="ADAL" clId="{39ED3116-7858-4F09-9123-DC8CE81F2D28}" dt="2025-06-11T19:45:18.065" v="1285" actId="26606"/>
          <ac:spMkLst>
            <pc:docMk/>
            <pc:sldMk cId="1301824755" sldId="264"/>
            <ac:spMk id="2" creationId="{2190C9E3-F468-2DF2-D11B-5D1A0B73F82A}"/>
          </ac:spMkLst>
        </pc:spChg>
        <pc:spChg chg="add">
          <ac:chgData name="Díaz Pérez, Pablo" userId="395a7477-0ad1-44d7-9177-8667ed949932" providerId="ADAL" clId="{39ED3116-7858-4F09-9123-DC8CE81F2D28}" dt="2025-06-11T20:36:10.740" v="1796" actId="26606"/>
          <ac:spMkLst>
            <pc:docMk/>
            <pc:sldMk cId="1301824755" sldId="264"/>
            <ac:spMk id="16" creationId="{A80A97F9-87C9-4710-B480-406EA55C9EC8}"/>
          </ac:spMkLst>
        </pc:spChg>
        <pc:spChg chg="add">
          <ac:chgData name="Díaz Pérez, Pablo" userId="395a7477-0ad1-44d7-9177-8667ed949932" providerId="ADAL" clId="{39ED3116-7858-4F09-9123-DC8CE81F2D28}" dt="2025-06-11T20:36:10.740" v="1796" actId="26606"/>
          <ac:spMkLst>
            <pc:docMk/>
            <pc:sldMk cId="1301824755" sldId="264"/>
            <ac:spMk id="18" creationId="{6D6F0AC2-F229-46DE-A0A2-5CB386CE9014}"/>
          </ac:spMkLst>
        </pc:spChg>
        <pc:graphicFrameChg chg="add mod modGraphic">
          <ac:chgData name="Díaz Pérez, Pablo" userId="395a7477-0ad1-44d7-9177-8667ed949932" providerId="ADAL" clId="{39ED3116-7858-4F09-9123-DC8CE81F2D28}" dt="2025-06-13T19:46:05.450" v="2089" actId="20577"/>
          <ac:graphicFrameMkLst>
            <pc:docMk/>
            <pc:sldMk cId="1301824755" sldId="264"/>
            <ac:graphicFrameMk id="5" creationId="{C93ED83F-2625-298B-1768-46B3B690A1C1}"/>
          </ac:graphicFrameMkLst>
        </pc:graphicFrameChg>
      </pc:sldChg>
      <pc:sldChg chg="addSp delSp modSp new mod setBg">
        <pc:chgData name="Díaz Pérez, Pablo" userId="395a7477-0ad1-44d7-9177-8667ed949932" providerId="ADAL" clId="{39ED3116-7858-4F09-9123-DC8CE81F2D28}" dt="2025-06-16T09:35:08.644" v="2091" actId="20577"/>
        <pc:sldMkLst>
          <pc:docMk/>
          <pc:sldMk cId="322210283" sldId="265"/>
        </pc:sldMkLst>
        <pc:spChg chg="mod">
          <ac:chgData name="Díaz Pérez, Pablo" userId="395a7477-0ad1-44d7-9177-8667ed949932" providerId="ADAL" clId="{39ED3116-7858-4F09-9123-DC8CE81F2D28}" dt="2025-06-12T14:06:56.975" v="1842" actId="122"/>
          <ac:spMkLst>
            <pc:docMk/>
            <pc:sldMk cId="322210283" sldId="265"/>
            <ac:spMk id="2" creationId="{771E0392-D43C-0DA5-4452-F1F1E37646A9}"/>
          </ac:spMkLst>
        </pc:spChg>
        <pc:graphicFrameChg chg="add mod">
          <ac:chgData name="Díaz Pérez, Pablo" userId="395a7477-0ad1-44d7-9177-8667ed949932" providerId="ADAL" clId="{39ED3116-7858-4F09-9123-DC8CE81F2D28}" dt="2025-06-16T09:35:08.644" v="2091" actId="20577"/>
          <ac:graphicFrameMkLst>
            <pc:docMk/>
            <pc:sldMk cId="322210283" sldId="265"/>
            <ac:graphicFrameMk id="13" creationId="{696EF79B-03ED-6731-6047-8E856A384A8E}"/>
          </ac:graphicFrameMkLst>
        </pc:graphicFrameChg>
      </pc:sldChg>
      <pc:sldChg chg="addSp delSp modSp new mod setBg">
        <pc:chgData name="Díaz Pérez, Pablo" userId="395a7477-0ad1-44d7-9177-8667ed949932" providerId="ADAL" clId="{39ED3116-7858-4F09-9123-DC8CE81F2D28}" dt="2025-06-16T16:16:33.175" v="2177" actId="1076"/>
        <pc:sldMkLst>
          <pc:docMk/>
          <pc:sldMk cId="710440845" sldId="266"/>
        </pc:sldMkLst>
        <pc:spChg chg="mod">
          <ac:chgData name="Díaz Pérez, Pablo" userId="395a7477-0ad1-44d7-9177-8667ed949932" providerId="ADAL" clId="{39ED3116-7858-4F09-9123-DC8CE81F2D28}" dt="2025-06-11T21:06:20.957" v="1829" actId="14100"/>
          <ac:spMkLst>
            <pc:docMk/>
            <pc:sldMk cId="710440845" sldId="266"/>
            <ac:spMk id="2" creationId="{3EA0F19F-00CF-9AEC-4F11-40201BEA6464}"/>
          </ac:spMkLst>
        </pc:spChg>
        <pc:spChg chg="add mod">
          <ac:chgData name="Díaz Pérez, Pablo" userId="395a7477-0ad1-44d7-9177-8667ed949932" providerId="ADAL" clId="{39ED3116-7858-4F09-9123-DC8CE81F2D28}" dt="2025-06-16T16:12:10.447" v="2155"/>
          <ac:spMkLst>
            <pc:docMk/>
            <pc:sldMk cId="710440845" sldId="266"/>
            <ac:spMk id="3" creationId="{510477FB-D4D6-955D-7B27-6B6E39205F95}"/>
          </ac:spMkLst>
        </pc:spChg>
        <pc:spChg chg="add mod">
          <ac:chgData name="Díaz Pérez, Pablo" userId="395a7477-0ad1-44d7-9177-8667ed949932" providerId="ADAL" clId="{39ED3116-7858-4F09-9123-DC8CE81F2D28}" dt="2025-06-16T16:16:33.175" v="2177" actId="1076"/>
          <ac:spMkLst>
            <pc:docMk/>
            <pc:sldMk cId="710440845" sldId="266"/>
            <ac:spMk id="5" creationId="{260559B6-1736-C04B-CC20-5757F53AFE14}"/>
          </ac:spMkLst>
        </pc:spChg>
        <pc:spChg chg="add">
          <ac:chgData name="Díaz Pérez, Pablo" userId="395a7477-0ad1-44d7-9177-8667ed949932" providerId="ADAL" clId="{39ED3116-7858-4F09-9123-DC8CE81F2D28}" dt="2025-06-11T21:05:47.390" v="1821" actId="26606"/>
          <ac:spMkLst>
            <pc:docMk/>
            <pc:sldMk cId="710440845" sldId="266"/>
            <ac:spMk id="20" creationId="{CD62DB5A-5AA0-4E7E-94AB-AD20F02CA8DF}"/>
          </ac:spMkLst>
        </pc:spChg>
        <pc:spChg chg="add">
          <ac:chgData name="Díaz Pérez, Pablo" userId="395a7477-0ad1-44d7-9177-8667ed949932" providerId="ADAL" clId="{39ED3116-7858-4F09-9123-DC8CE81F2D28}" dt="2025-06-11T21:05:47.390" v="1821" actId="26606"/>
          <ac:spMkLst>
            <pc:docMk/>
            <pc:sldMk cId="710440845" sldId="266"/>
            <ac:spMk id="22" creationId="{0F086ECE-EF43-4B07-9DD0-59679471A067}"/>
          </ac:spMkLst>
        </pc:spChg>
        <pc:spChg chg="add">
          <ac:chgData name="Díaz Pérez, Pablo" userId="395a7477-0ad1-44d7-9177-8667ed949932" providerId="ADAL" clId="{39ED3116-7858-4F09-9123-DC8CE81F2D28}" dt="2025-06-11T21:05:47.390" v="1821" actId="26606"/>
          <ac:spMkLst>
            <pc:docMk/>
            <pc:sldMk cId="710440845" sldId="266"/>
            <ac:spMk id="26" creationId="{F518D20D-5F05-49C3-8900-68783F8ACB6F}"/>
          </ac:spMkLst>
        </pc:spChg>
        <pc:spChg chg="add">
          <ac:chgData name="Díaz Pérez, Pablo" userId="395a7477-0ad1-44d7-9177-8667ed949932" providerId="ADAL" clId="{39ED3116-7858-4F09-9123-DC8CE81F2D28}" dt="2025-06-11T21:05:47.390" v="1821" actId="26606"/>
          <ac:spMkLst>
            <pc:docMk/>
            <pc:sldMk cId="710440845" sldId="266"/>
            <ac:spMk id="28" creationId="{FF50CA5B-2FF8-43D9-B7D8-3BDE1BFD3CF1}"/>
          </ac:spMkLst>
        </pc:spChg>
        <pc:spChg chg="add">
          <ac:chgData name="Díaz Pérez, Pablo" userId="395a7477-0ad1-44d7-9177-8667ed949932" providerId="ADAL" clId="{39ED3116-7858-4F09-9123-DC8CE81F2D28}" dt="2025-06-11T21:05:47.390" v="1821" actId="26606"/>
          <ac:spMkLst>
            <pc:docMk/>
            <pc:sldMk cId="710440845" sldId="266"/>
            <ac:spMk id="30" creationId="{421A1E60-9477-4E7A-A6B2-63B329C81A40}"/>
          </ac:spMkLst>
        </pc:spChg>
        <pc:graphicFrameChg chg="add mod modGraphic">
          <ac:chgData name="Díaz Pérez, Pablo" userId="395a7477-0ad1-44d7-9177-8667ed949932" providerId="ADAL" clId="{39ED3116-7858-4F09-9123-DC8CE81F2D28}" dt="2025-06-11T21:07:59.352" v="1841" actId="1076"/>
          <ac:graphicFrameMkLst>
            <pc:docMk/>
            <pc:sldMk cId="710440845" sldId="266"/>
            <ac:graphicFrameMk id="7" creationId="{34598B7E-86A5-8799-5A35-CCBBDDA8EB23}"/>
          </ac:graphicFrameMkLst>
        </pc:graphicFrameChg>
        <pc:picChg chg="add mod">
          <ac:chgData name="Díaz Pérez, Pablo" userId="395a7477-0ad1-44d7-9177-8667ed949932" providerId="ADAL" clId="{39ED3116-7858-4F09-9123-DC8CE81F2D28}" dt="2025-06-16T16:16:25.614" v="2176" actId="1076"/>
          <ac:picMkLst>
            <pc:docMk/>
            <pc:sldMk cId="710440845" sldId="266"/>
            <ac:picMk id="4" creationId="{3D5ECAD4-6C17-BF60-548B-6081D23E5B6A}"/>
          </ac:picMkLst>
        </pc:picChg>
      </pc:sldChg>
      <pc:sldChg chg="modSp new mod">
        <pc:chgData name="Díaz Pérez, Pablo" userId="395a7477-0ad1-44d7-9177-8667ed949932" providerId="ADAL" clId="{39ED3116-7858-4F09-9123-DC8CE81F2D28}" dt="2025-06-16T16:18:38.579" v="2184" actId="113"/>
        <pc:sldMkLst>
          <pc:docMk/>
          <pc:sldMk cId="2847441899" sldId="267"/>
        </pc:sldMkLst>
        <pc:spChg chg="mod">
          <ac:chgData name="Díaz Pérez, Pablo" userId="395a7477-0ad1-44d7-9177-8667ed949932" providerId="ADAL" clId="{39ED3116-7858-4F09-9123-DC8CE81F2D28}" dt="2025-06-16T15:58:16.306" v="2139" actId="20577"/>
          <ac:spMkLst>
            <pc:docMk/>
            <pc:sldMk cId="2847441899" sldId="267"/>
            <ac:spMk id="2" creationId="{DED87ED5-3782-9095-13A6-7DBA73481DEF}"/>
          </ac:spMkLst>
        </pc:spChg>
        <pc:spChg chg="mod">
          <ac:chgData name="Díaz Pérez, Pablo" userId="395a7477-0ad1-44d7-9177-8667ed949932" providerId="ADAL" clId="{39ED3116-7858-4F09-9123-DC8CE81F2D28}" dt="2025-06-16T16:18:38.579" v="2184" actId="113"/>
          <ac:spMkLst>
            <pc:docMk/>
            <pc:sldMk cId="2847441899" sldId="267"/>
            <ac:spMk id="3" creationId="{EB79FA47-04B8-FC98-3E82-2B0E777361B3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D5C8E8-5699-46E8-A497-146E9356D31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87EACC-E4D5-49FE-9ECD-CE236FF9D52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La ley SB-826 triplicó la presencia femenina en consejos directivos.</a:t>
          </a:r>
          <a:endParaRPr lang="en-US" dirty="0"/>
        </a:p>
      </dgm:t>
    </dgm:pt>
    <dgm:pt modelId="{E18D31CB-6FAE-476F-865C-2AFD3C284DEB}" type="parTrans" cxnId="{20838C95-863D-4FA0-A42B-65756734F3BF}">
      <dgm:prSet/>
      <dgm:spPr/>
      <dgm:t>
        <a:bodyPr/>
        <a:lstStyle/>
        <a:p>
          <a:endParaRPr lang="en-US"/>
        </a:p>
      </dgm:t>
    </dgm:pt>
    <dgm:pt modelId="{12250823-BD08-4ACD-BA2C-BC230058BEB7}" type="sibTrans" cxnId="{20838C95-863D-4FA0-A42B-65756734F3BF}">
      <dgm:prSet/>
      <dgm:spPr/>
      <dgm:t>
        <a:bodyPr/>
        <a:lstStyle/>
        <a:p>
          <a:endParaRPr lang="en-US"/>
        </a:p>
      </dgm:t>
    </dgm:pt>
    <dgm:pt modelId="{34CF72A7-F79A-4C0B-9084-CC6EB34B4479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Se observa una reducción moderada pero significativa en la brecha salarial.</a:t>
          </a:r>
          <a:endParaRPr lang="en-US"/>
        </a:p>
      </dgm:t>
    </dgm:pt>
    <dgm:pt modelId="{8A2DB7D3-2A6A-4773-A7B5-D07A369FC94B}" type="parTrans" cxnId="{04FF83DE-E120-4DDB-A3C8-34386329BECE}">
      <dgm:prSet/>
      <dgm:spPr/>
      <dgm:t>
        <a:bodyPr/>
        <a:lstStyle/>
        <a:p>
          <a:endParaRPr lang="en-US"/>
        </a:p>
      </dgm:t>
    </dgm:pt>
    <dgm:pt modelId="{B6E9C835-2F56-47AF-9BB1-6C0EF6E81F2B}" type="sibTrans" cxnId="{04FF83DE-E120-4DDB-A3C8-34386329BECE}">
      <dgm:prSet/>
      <dgm:spPr/>
      <dgm:t>
        <a:bodyPr/>
        <a:lstStyle/>
        <a:p>
          <a:endParaRPr lang="en-US"/>
        </a:p>
      </dgm:t>
    </dgm:pt>
    <dgm:pt modelId="{ACC1FFCB-5F33-45A2-87B6-274A2D01CFA3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El impacto no es homogéneo ni automático, pero es un avance real.</a:t>
          </a:r>
          <a:endParaRPr lang="en-US"/>
        </a:p>
      </dgm:t>
    </dgm:pt>
    <dgm:pt modelId="{C2F386C2-EDC3-4A68-9A61-CA8F20DF8413}" type="parTrans" cxnId="{499AC258-E242-4BB3-AB23-1B7B159EDD54}">
      <dgm:prSet/>
      <dgm:spPr/>
      <dgm:t>
        <a:bodyPr/>
        <a:lstStyle/>
        <a:p>
          <a:endParaRPr lang="en-US"/>
        </a:p>
      </dgm:t>
    </dgm:pt>
    <dgm:pt modelId="{B335C528-8CD7-4E0C-99DB-80DE8B6B407E}" type="sibTrans" cxnId="{499AC258-E242-4BB3-AB23-1B7B159EDD54}">
      <dgm:prSet/>
      <dgm:spPr/>
      <dgm:t>
        <a:bodyPr/>
        <a:lstStyle/>
        <a:p>
          <a:endParaRPr lang="en-US"/>
        </a:p>
      </dgm:t>
    </dgm:pt>
    <dgm:pt modelId="{E53A9356-6656-479B-B804-86BDB9F34286}" type="pres">
      <dgm:prSet presAssocID="{E5D5C8E8-5699-46E8-A497-146E9356D310}" presName="root" presStyleCnt="0">
        <dgm:presLayoutVars>
          <dgm:dir/>
          <dgm:resizeHandles val="exact"/>
        </dgm:presLayoutVars>
      </dgm:prSet>
      <dgm:spPr/>
    </dgm:pt>
    <dgm:pt modelId="{09791F61-20D7-4D26-86FB-DEB1BB179357}" type="pres">
      <dgm:prSet presAssocID="{3C87EACC-E4D5-49FE-9ECD-CE236FF9D520}" presName="compNode" presStyleCnt="0"/>
      <dgm:spPr/>
    </dgm:pt>
    <dgm:pt modelId="{92F4C517-069E-4DE2-BEC8-F37A271EC102}" type="pres">
      <dgm:prSet presAssocID="{3C87EACC-E4D5-49FE-9ECD-CE236FF9D52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uez"/>
        </a:ext>
      </dgm:extLst>
    </dgm:pt>
    <dgm:pt modelId="{5E2DCF5F-CE62-4746-8286-6D77E9CFB064}" type="pres">
      <dgm:prSet presAssocID="{3C87EACC-E4D5-49FE-9ECD-CE236FF9D520}" presName="spaceRect" presStyleCnt="0"/>
      <dgm:spPr/>
    </dgm:pt>
    <dgm:pt modelId="{6961AA0D-F7F3-43E8-9723-FC2290448D94}" type="pres">
      <dgm:prSet presAssocID="{3C87EACC-E4D5-49FE-9ECD-CE236FF9D520}" presName="textRect" presStyleLbl="revTx" presStyleIdx="0" presStyleCnt="3">
        <dgm:presLayoutVars>
          <dgm:chMax val="1"/>
          <dgm:chPref val="1"/>
        </dgm:presLayoutVars>
      </dgm:prSet>
      <dgm:spPr/>
    </dgm:pt>
    <dgm:pt modelId="{66BD7C31-FC5A-44C1-9716-38CBC0EE5AE2}" type="pres">
      <dgm:prSet presAssocID="{12250823-BD08-4ACD-BA2C-BC230058BEB7}" presName="sibTrans" presStyleCnt="0"/>
      <dgm:spPr/>
    </dgm:pt>
    <dgm:pt modelId="{47038763-AFFA-4659-B4AC-20A255831684}" type="pres">
      <dgm:prSet presAssocID="{34CF72A7-F79A-4C0B-9084-CC6EB34B4479}" presName="compNode" presStyleCnt="0"/>
      <dgm:spPr/>
    </dgm:pt>
    <dgm:pt modelId="{D873C441-4372-4F4F-A812-3CA7B95B3F6B}" type="pres">
      <dgm:prSet presAssocID="{34CF72A7-F79A-4C0B-9084-CC6EB34B447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2D5781DB-7730-400A-91F6-519B8F832DFD}" type="pres">
      <dgm:prSet presAssocID="{34CF72A7-F79A-4C0B-9084-CC6EB34B4479}" presName="spaceRect" presStyleCnt="0"/>
      <dgm:spPr/>
    </dgm:pt>
    <dgm:pt modelId="{604A599F-649C-42DF-B361-C3D3E13307DE}" type="pres">
      <dgm:prSet presAssocID="{34CF72A7-F79A-4C0B-9084-CC6EB34B4479}" presName="textRect" presStyleLbl="revTx" presStyleIdx="1" presStyleCnt="3">
        <dgm:presLayoutVars>
          <dgm:chMax val="1"/>
          <dgm:chPref val="1"/>
        </dgm:presLayoutVars>
      </dgm:prSet>
      <dgm:spPr/>
    </dgm:pt>
    <dgm:pt modelId="{FF1310B7-E064-4005-AE84-1BC5470BB3C5}" type="pres">
      <dgm:prSet presAssocID="{B6E9C835-2F56-47AF-9BB1-6C0EF6E81F2B}" presName="sibTrans" presStyleCnt="0"/>
      <dgm:spPr/>
    </dgm:pt>
    <dgm:pt modelId="{7172F864-3092-4DDF-A62D-9CCCB63D3824}" type="pres">
      <dgm:prSet presAssocID="{ACC1FFCB-5F33-45A2-87B6-274A2D01CFA3}" presName="compNode" presStyleCnt="0"/>
      <dgm:spPr/>
    </dgm:pt>
    <dgm:pt modelId="{ABB8E80A-EF04-44C9-A186-945F48018677}" type="pres">
      <dgm:prSet presAssocID="{ACC1FFCB-5F33-45A2-87B6-274A2D01CFA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entífico"/>
        </a:ext>
      </dgm:extLst>
    </dgm:pt>
    <dgm:pt modelId="{AE26B367-F04B-47BE-A7A9-E772AC967B9C}" type="pres">
      <dgm:prSet presAssocID="{ACC1FFCB-5F33-45A2-87B6-274A2D01CFA3}" presName="spaceRect" presStyleCnt="0"/>
      <dgm:spPr/>
    </dgm:pt>
    <dgm:pt modelId="{6147E964-D9A5-47D9-A5FA-75C19505E8F0}" type="pres">
      <dgm:prSet presAssocID="{ACC1FFCB-5F33-45A2-87B6-274A2D01CFA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012E521-023F-4BCB-B7D9-797816F10F50}" type="presOf" srcId="{ACC1FFCB-5F33-45A2-87B6-274A2D01CFA3}" destId="{6147E964-D9A5-47D9-A5FA-75C19505E8F0}" srcOrd="0" destOrd="0" presId="urn:microsoft.com/office/officeart/2018/2/layout/IconLabelList"/>
    <dgm:cxn modelId="{78E1EE38-071B-4676-A9D2-C00EE1A78F33}" type="presOf" srcId="{34CF72A7-F79A-4C0B-9084-CC6EB34B4479}" destId="{604A599F-649C-42DF-B361-C3D3E13307DE}" srcOrd="0" destOrd="0" presId="urn:microsoft.com/office/officeart/2018/2/layout/IconLabelList"/>
    <dgm:cxn modelId="{E421C13D-B83D-40AB-84AD-B9EA04A71062}" type="presOf" srcId="{E5D5C8E8-5699-46E8-A497-146E9356D310}" destId="{E53A9356-6656-479B-B804-86BDB9F34286}" srcOrd="0" destOrd="0" presId="urn:microsoft.com/office/officeart/2018/2/layout/IconLabelList"/>
    <dgm:cxn modelId="{499AC258-E242-4BB3-AB23-1B7B159EDD54}" srcId="{E5D5C8E8-5699-46E8-A497-146E9356D310}" destId="{ACC1FFCB-5F33-45A2-87B6-274A2D01CFA3}" srcOrd="2" destOrd="0" parTransId="{C2F386C2-EDC3-4A68-9A61-CA8F20DF8413}" sibTransId="{B335C528-8CD7-4E0C-99DB-80DE8B6B407E}"/>
    <dgm:cxn modelId="{20838C95-863D-4FA0-A42B-65756734F3BF}" srcId="{E5D5C8E8-5699-46E8-A497-146E9356D310}" destId="{3C87EACC-E4D5-49FE-9ECD-CE236FF9D520}" srcOrd="0" destOrd="0" parTransId="{E18D31CB-6FAE-476F-865C-2AFD3C284DEB}" sibTransId="{12250823-BD08-4ACD-BA2C-BC230058BEB7}"/>
    <dgm:cxn modelId="{04FF83DE-E120-4DDB-A3C8-34386329BECE}" srcId="{E5D5C8E8-5699-46E8-A497-146E9356D310}" destId="{34CF72A7-F79A-4C0B-9084-CC6EB34B4479}" srcOrd="1" destOrd="0" parTransId="{8A2DB7D3-2A6A-4773-A7B5-D07A369FC94B}" sibTransId="{B6E9C835-2F56-47AF-9BB1-6C0EF6E81F2B}"/>
    <dgm:cxn modelId="{372F5DDF-EAE8-4D23-A443-2BF4E3454DC3}" type="presOf" srcId="{3C87EACC-E4D5-49FE-9ECD-CE236FF9D520}" destId="{6961AA0D-F7F3-43E8-9723-FC2290448D94}" srcOrd="0" destOrd="0" presId="urn:microsoft.com/office/officeart/2018/2/layout/IconLabelList"/>
    <dgm:cxn modelId="{0C41C77E-2348-455B-98B3-88CF8915B624}" type="presParOf" srcId="{E53A9356-6656-479B-B804-86BDB9F34286}" destId="{09791F61-20D7-4D26-86FB-DEB1BB179357}" srcOrd="0" destOrd="0" presId="urn:microsoft.com/office/officeart/2018/2/layout/IconLabelList"/>
    <dgm:cxn modelId="{797BE942-79E3-462D-8AD9-D0913D34E48D}" type="presParOf" srcId="{09791F61-20D7-4D26-86FB-DEB1BB179357}" destId="{92F4C517-069E-4DE2-BEC8-F37A271EC102}" srcOrd="0" destOrd="0" presId="urn:microsoft.com/office/officeart/2018/2/layout/IconLabelList"/>
    <dgm:cxn modelId="{6F050B91-C3A8-421F-B2DB-306776F19550}" type="presParOf" srcId="{09791F61-20D7-4D26-86FB-DEB1BB179357}" destId="{5E2DCF5F-CE62-4746-8286-6D77E9CFB064}" srcOrd="1" destOrd="0" presId="urn:microsoft.com/office/officeart/2018/2/layout/IconLabelList"/>
    <dgm:cxn modelId="{5C5E87A7-3B35-4DC3-987F-19779C116BE7}" type="presParOf" srcId="{09791F61-20D7-4D26-86FB-DEB1BB179357}" destId="{6961AA0D-F7F3-43E8-9723-FC2290448D94}" srcOrd="2" destOrd="0" presId="urn:microsoft.com/office/officeart/2018/2/layout/IconLabelList"/>
    <dgm:cxn modelId="{F530048E-A54E-41BA-BA38-A56FBCEDEBE2}" type="presParOf" srcId="{E53A9356-6656-479B-B804-86BDB9F34286}" destId="{66BD7C31-FC5A-44C1-9716-38CBC0EE5AE2}" srcOrd="1" destOrd="0" presId="urn:microsoft.com/office/officeart/2018/2/layout/IconLabelList"/>
    <dgm:cxn modelId="{0C4241A4-C3F7-4DB5-BA3B-ED3DFE314F97}" type="presParOf" srcId="{E53A9356-6656-479B-B804-86BDB9F34286}" destId="{47038763-AFFA-4659-B4AC-20A255831684}" srcOrd="2" destOrd="0" presId="urn:microsoft.com/office/officeart/2018/2/layout/IconLabelList"/>
    <dgm:cxn modelId="{F6093E64-0E26-4D3C-9A5E-077EE1143436}" type="presParOf" srcId="{47038763-AFFA-4659-B4AC-20A255831684}" destId="{D873C441-4372-4F4F-A812-3CA7B95B3F6B}" srcOrd="0" destOrd="0" presId="urn:microsoft.com/office/officeart/2018/2/layout/IconLabelList"/>
    <dgm:cxn modelId="{03978338-F016-40BB-A64F-675124A3DD7D}" type="presParOf" srcId="{47038763-AFFA-4659-B4AC-20A255831684}" destId="{2D5781DB-7730-400A-91F6-519B8F832DFD}" srcOrd="1" destOrd="0" presId="urn:microsoft.com/office/officeart/2018/2/layout/IconLabelList"/>
    <dgm:cxn modelId="{E12CBAE7-7375-452C-82BC-F01E60505542}" type="presParOf" srcId="{47038763-AFFA-4659-B4AC-20A255831684}" destId="{604A599F-649C-42DF-B361-C3D3E13307DE}" srcOrd="2" destOrd="0" presId="urn:microsoft.com/office/officeart/2018/2/layout/IconLabelList"/>
    <dgm:cxn modelId="{0301687C-8D26-4C75-B08B-522EFC767BC0}" type="presParOf" srcId="{E53A9356-6656-479B-B804-86BDB9F34286}" destId="{FF1310B7-E064-4005-AE84-1BC5470BB3C5}" srcOrd="3" destOrd="0" presId="urn:microsoft.com/office/officeart/2018/2/layout/IconLabelList"/>
    <dgm:cxn modelId="{5DBDE122-148C-4509-88D4-0BA068690F74}" type="presParOf" srcId="{E53A9356-6656-479B-B804-86BDB9F34286}" destId="{7172F864-3092-4DDF-A62D-9CCCB63D3824}" srcOrd="4" destOrd="0" presId="urn:microsoft.com/office/officeart/2018/2/layout/IconLabelList"/>
    <dgm:cxn modelId="{0D3152FB-5CB0-49D1-A85A-41B76C917163}" type="presParOf" srcId="{7172F864-3092-4DDF-A62D-9CCCB63D3824}" destId="{ABB8E80A-EF04-44C9-A186-945F48018677}" srcOrd="0" destOrd="0" presId="urn:microsoft.com/office/officeart/2018/2/layout/IconLabelList"/>
    <dgm:cxn modelId="{7D086ECA-799E-4526-81B0-D58F626EF3D5}" type="presParOf" srcId="{7172F864-3092-4DDF-A62D-9CCCB63D3824}" destId="{AE26B367-F04B-47BE-A7A9-E772AC967B9C}" srcOrd="1" destOrd="0" presId="urn:microsoft.com/office/officeart/2018/2/layout/IconLabelList"/>
    <dgm:cxn modelId="{82EA557F-477C-4923-B7D3-28DE593F8A8C}" type="presParOf" srcId="{7172F864-3092-4DDF-A62D-9CCCB63D3824}" destId="{6147E964-D9A5-47D9-A5FA-75C19505E8F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3052CA-7222-4310-ADEC-7B823263C3FF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573793B3-28B3-4AC6-BAA3-CAE4289F1607}">
      <dgm:prSet/>
      <dgm:spPr/>
      <dgm:t>
        <a:bodyPr/>
        <a:lstStyle/>
        <a:p>
          <a:r>
            <a:rPr lang="es-ES"/>
            <a:t>Solo aplica a empresas cotizadas.</a:t>
          </a:r>
          <a:endParaRPr lang="en-US"/>
        </a:p>
      </dgm:t>
    </dgm:pt>
    <dgm:pt modelId="{CA9069AD-5C3E-43EA-BD7C-9320BC5AC7AD}" type="parTrans" cxnId="{15830A45-AB27-4B9B-93A0-C33EB69124AF}">
      <dgm:prSet/>
      <dgm:spPr/>
      <dgm:t>
        <a:bodyPr/>
        <a:lstStyle/>
        <a:p>
          <a:endParaRPr lang="en-US"/>
        </a:p>
      </dgm:t>
    </dgm:pt>
    <dgm:pt modelId="{31FD483B-0979-45B4-B403-BFB903E1B158}" type="sibTrans" cxnId="{15830A45-AB27-4B9B-93A0-C33EB69124AF}">
      <dgm:prSet/>
      <dgm:spPr/>
      <dgm:t>
        <a:bodyPr/>
        <a:lstStyle/>
        <a:p>
          <a:endParaRPr lang="en-US"/>
        </a:p>
      </dgm:t>
    </dgm:pt>
    <dgm:pt modelId="{63344042-C1E6-4667-A065-6255917A2D35}">
      <dgm:prSet/>
      <dgm:spPr/>
      <dgm:t>
        <a:bodyPr/>
        <a:lstStyle/>
        <a:p>
          <a:r>
            <a:rPr lang="es-ES"/>
            <a:t>No elimina diferencias internas ni estructurales.</a:t>
          </a:r>
          <a:endParaRPr lang="en-US"/>
        </a:p>
      </dgm:t>
    </dgm:pt>
    <dgm:pt modelId="{648F7D47-6BAA-4E29-BD9A-9122F15B4AFB}" type="parTrans" cxnId="{8222D772-58E9-4B85-8937-E9AA21949A6B}">
      <dgm:prSet/>
      <dgm:spPr/>
      <dgm:t>
        <a:bodyPr/>
        <a:lstStyle/>
        <a:p>
          <a:endParaRPr lang="en-US"/>
        </a:p>
      </dgm:t>
    </dgm:pt>
    <dgm:pt modelId="{56BFB51B-6402-4C95-AA63-847687D30CD5}" type="sibTrans" cxnId="{8222D772-58E9-4B85-8937-E9AA21949A6B}">
      <dgm:prSet/>
      <dgm:spPr/>
      <dgm:t>
        <a:bodyPr/>
        <a:lstStyle/>
        <a:p>
          <a:endParaRPr lang="en-US"/>
        </a:p>
      </dgm:t>
    </dgm:pt>
    <dgm:pt modelId="{8679618D-BFCC-4ED6-BC37-D43266DF73E1}">
      <dgm:prSet/>
      <dgm:spPr/>
      <dgm:t>
        <a:bodyPr/>
        <a:lstStyle/>
        <a:p>
          <a:r>
            <a:rPr lang="es-ES"/>
            <a:t>No aborda sesgos, segregación o negociación.</a:t>
          </a:r>
          <a:endParaRPr lang="en-US"/>
        </a:p>
      </dgm:t>
    </dgm:pt>
    <dgm:pt modelId="{C593A8F7-B88C-4BEA-A227-CCA2C1DF98F3}" type="parTrans" cxnId="{EE358416-0405-4463-9895-AE4F488C384A}">
      <dgm:prSet/>
      <dgm:spPr/>
      <dgm:t>
        <a:bodyPr/>
        <a:lstStyle/>
        <a:p>
          <a:endParaRPr lang="en-US"/>
        </a:p>
      </dgm:t>
    </dgm:pt>
    <dgm:pt modelId="{7CFA9B0E-69B5-4462-88C0-03E0B222C40A}" type="sibTrans" cxnId="{EE358416-0405-4463-9895-AE4F488C384A}">
      <dgm:prSet/>
      <dgm:spPr/>
      <dgm:t>
        <a:bodyPr/>
        <a:lstStyle/>
        <a:p>
          <a:endParaRPr lang="en-US"/>
        </a:p>
      </dgm:t>
    </dgm:pt>
    <dgm:pt modelId="{0EBB1181-D8B3-4937-A372-91D70D744B7B}" type="pres">
      <dgm:prSet presAssocID="{B63052CA-7222-4310-ADEC-7B823263C3FF}" presName="vert0" presStyleCnt="0">
        <dgm:presLayoutVars>
          <dgm:dir/>
          <dgm:animOne val="branch"/>
          <dgm:animLvl val="lvl"/>
        </dgm:presLayoutVars>
      </dgm:prSet>
      <dgm:spPr/>
    </dgm:pt>
    <dgm:pt modelId="{A569EBCC-3A8D-4FCE-A982-9807FAAC3884}" type="pres">
      <dgm:prSet presAssocID="{573793B3-28B3-4AC6-BAA3-CAE4289F1607}" presName="thickLine" presStyleLbl="alignNode1" presStyleIdx="0" presStyleCnt="3"/>
      <dgm:spPr/>
    </dgm:pt>
    <dgm:pt modelId="{B173346A-4538-4615-967C-ECAEBB497A53}" type="pres">
      <dgm:prSet presAssocID="{573793B3-28B3-4AC6-BAA3-CAE4289F1607}" presName="horz1" presStyleCnt="0"/>
      <dgm:spPr/>
    </dgm:pt>
    <dgm:pt modelId="{2265199F-3B55-448D-9FAB-4FF3972164F8}" type="pres">
      <dgm:prSet presAssocID="{573793B3-28B3-4AC6-BAA3-CAE4289F1607}" presName="tx1" presStyleLbl="revTx" presStyleIdx="0" presStyleCnt="3"/>
      <dgm:spPr/>
    </dgm:pt>
    <dgm:pt modelId="{AA671AED-3DE1-43FF-88FB-4F82E2373B72}" type="pres">
      <dgm:prSet presAssocID="{573793B3-28B3-4AC6-BAA3-CAE4289F1607}" presName="vert1" presStyleCnt="0"/>
      <dgm:spPr/>
    </dgm:pt>
    <dgm:pt modelId="{7426CA14-B673-4E7C-A999-7E8FC7E185A6}" type="pres">
      <dgm:prSet presAssocID="{63344042-C1E6-4667-A065-6255917A2D35}" presName="thickLine" presStyleLbl="alignNode1" presStyleIdx="1" presStyleCnt="3"/>
      <dgm:spPr/>
    </dgm:pt>
    <dgm:pt modelId="{93E56DC3-64F1-48F1-AB4C-148646E1CE68}" type="pres">
      <dgm:prSet presAssocID="{63344042-C1E6-4667-A065-6255917A2D35}" presName="horz1" presStyleCnt="0"/>
      <dgm:spPr/>
    </dgm:pt>
    <dgm:pt modelId="{01F97226-3CE3-4B2E-AA89-FD63570E807A}" type="pres">
      <dgm:prSet presAssocID="{63344042-C1E6-4667-A065-6255917A2D35}" presName="tx1" presStyleLbl="revTx" presStyleIdx="1" presStyleCnt="3"/>
      <dgm:spPr/>
    </dgm:pt>
    <dgm:pt modelId="{3964BF0E-F7BF-4EA1-AF04-109D2B1035DB}" type="pres">
      <dgm:prSet presAssocID="{63344042-C1E6-4667-A065-6255917A2D35}" presName="vert1" presStyleCnt="0"/>
      <dgm:spPr/>
    </dgm:pt>
    <dgm:pt modelId="{FCF22D2B-0389-4EE6-A239-93E530A7D7AD}" type="pres">
      <dgm:prSet presAssocID="{8679618D-BFCC-4ED6-BC37-D43266DF73E1}" presName="thickLine" presStyleLbl="alignNode1" presStyleIdx="2" presStyleCnt="3"/>
      <dgm:spPr/>
    </dgm:pt>
    <dgm:pt modelId="{8EC698E2-E74E-4997-BF77-CC3B2042ED74}" type="pres">
      <dgm:prSet presAssocID="{8679618D-BFCC-4ED6-BC37-D43266DF73E1}" presName="horz1" presStyleCnt="0"/>
      <dgm:spPr/>
    </dgm:pt>
    <dgm:pt modelId="{E2FDF412-9866-49F1-ADAD-5D7E22829F5E}" type="pres">
      <dgm:prSet presAssocID="{8679618D-BFCC-4ED6-BC37-D43266DF73E1}" presName="tx1" presStyleLbl="revTx" presStyleIdx="2" presStyleCnt="3"/>
      <dgm:spPr/>
    </dgm:pt>
    <dgm:pt modelId="{4FAB84B4-1A07-4720-A136-B0E12F5AE4FB}" type="pres">
      <dgm:prSet presAssocID="{8679618D-BFCC-4ED6-BC37-D43266DF73E1}" presName="vert1" presStyleCnt="0"/>
      <dgm:spPr/>
    </dgm:pt>
  </dgm:ptLst>
  <dgm:cxnLst>
    <dgm:cxn modelId="{EE358416-0405-4463-9895-AE4F488C384A}" srcId="{B63052CA-7222-4310-ADEC-7B823263C3FF}" destId="{8679618D-BFCC-4ED6-BC37-D43266DF73E1}" srcOrd="2" destOrd="0" parTransId="{C593A8F7-B88C-4BEA-A227-CCA2C1DF98F3}" sibTransId="{7CFA9B0E-69B5-4462-88C0-03E0B222C40A}"/>
    <dgm:cxn modelId="{15830A45-AB27-4B9B-93A0-C33EB69124AF}" srcId="{B63052CA-7222-4310-ADEC-7B823263C3FF}" destId="{573793B3-28B3-4AC6-BAA3-CAE4289F1607}" srcOrd="0" destOrd="0" parTransId="{CA9069AD-5C3E-43EA-BD7C-9320BC5AC7AD}" sibTransId="{31FD483B-0979-45B4-B403-BFB903E1B158}"/>
    <dgm:cxn modelId="{8222D772-58E9-4B85-8937-E9AA21949A6B}" srcId="{B63052CA-7222-4310-ADEC-7B823263C3FF}" destId="{63344042-C1E6-4667-A065-6255917A2D35}" srcOrd="1" destOrd="0" parTransId="{648F7D47-6BAA-4E29-BD9A-9122F15B4AFB}" sibTransId="{56BFB51B-6402-4C95-AA63-847687D30CD5}"/>
    <dgm:cxn modelId="{08892455-78AE-4677-B5A5-BF7F8A8C48C9}" type="presOf" srcId="{63344042-C1E6-4667-A065-6255917A2D35}" destId="{01F97226-3CE3-4B2E-AA89-FD63570E807A}" srcOrd="0" destOrd="0" presId="urn:microsoft.com/office/officeart/2008/layout/LinedList"/>
    <dgm:cxn modelId="{2F279F9D-9F04-42B9-81C3-DDD904E4E2D3}" type="presOf" srcId="{8679618D-BFCC-4ED6-BC37-D43266DF73E1}" destId="{E2FDF412-9866-49F1-ADAD-5D7E22829F5E}" srcOrd="0" destOrd="0" presId="urn:microsoft.com/office/officeart/2008/layout/LinedList"/>
    <dgm:cxn modelId="{E09836D6-3241-4E79-AAE1-DAB41A2E28C2}" type="presOf" srcId="{B63052CA-7222-4310-ADEC-7B823263C3FF}" destId="{0EBB1181-D8B3-4937-A372-91D70D744B7B}" srcOrd="0" destOrd="0" presId="urn:microsoft.com/office/officeart/2008/layout/LinedList"/>
    <dgm:cxn modelId="{84CCA9E9-2A06-492B-BC6F-1598A9B789AA}" type="presOf" srcId="{573793B3-28B3-4AC6-BAA3-CAE4289F1607}" destId="{2265199F-3B55-448D-9FAB-4FF3972164F8}" srcOrd="0" destOrd="0" presId="urn:microsoft.com/office/officeart/2008/layout/LinedList"/>
    <dgm:cxn modelId="{194C4681-30D7-4D48-8D28-D9DF7D48CB0B}" type="presParOf" srcId="{0EBB1181-D8B3-4937-A372-91D70D744B7B}" destId="{A569EBCC-3A8D-4FCE-A982-9807FAAC3884}" srcOrd="0" destOrd="0" presId="urn:microsoft.com/office/officeart/2008/layout/LinedList"/>
    <dgm:cxn modelId="{61A2F35D-AFD6-4B2E-8D14-73919B5FB2EA}" type="presParOf" srcId="{0EBB1181-D8B3-4937-A372-91D70D744B7B}" destId="{B173346A-4538-4615-967C-ECAEBB497A53}" srcOrd="1" destOrd="0" presId="urn:microsoft.com/office/officeart/2008/layout/LinedList"/>
    <dgm:cxn modelId="{82F5D308-38B3-4238-9997-0BCECAEB4BFB}" type="presParOf" srcId="{B173346A-4538-4615-967C-ECAEBB497A53}" destId="{2265199F-3B55-448D-9FAB-4FF3972164F8}" srcOrd="0" destOrd="0" presId="urn:microsoft.com/office/officeart/2008/layout/LinedList"/>
    <dgm:cxn modelId="{A270DE3D-96EE-43A9-83EB-3BA6D98D6F8C}" type="presParOf" srcId="{B173346A-4538-4615-967C-ECAEBB497A53}" destId="{AA671AED-3DE1-43FF-88FB-4F82E2373B72}" srcOrd="1" destOrd="0" presId="urn:microsoft.com/office/officeart/2008/layout/LinedList"/>
    <dgm:cxn modelId="{98265C9E-CCA2-43CC-A332-6ADAF67939CE}" type="presParOf" srcId="{0EBB1181-D8B3-4937-A372-91D70D744B7B}" destId="{7426CA14-B673-4E7C-A999-7E8FC7E185A6}" srcOrd="2" destOrd="0" presId="urn:microsoft.com/office/officeart/2008/layout/LinedList"/>
    <dgm:cxn modelId="{4BF69BFD-C092-40AF-9F97-80BAEBAA4F0E}" type="presParOf" srcId="{0EBB1181-D8B3-4937-A372-91D70D744B7B}" destId="{93E56DC3-64F1-48F1-AB4C-148646E1CE68}" srcOrd="3" destOrd="0" presId="urn:microsoft.com/office/officeart/2008/layout/LinedList"/>
    <dgm:cxn modelId="{54B95CE5-9AAC-4093-9724-88F7E1CDE006}" type="presParOf" srcId="{93E56DC3-64F1-48F1-AB4C-148646E1CE68}" destId="{01F97226-3CE3-4B2E-AA89-FD63570E807A}" srcOrd="0" destOrd="0" presId="urn:microsoft.com/office/officeart/2008/layout/LinedList"/>
    <dgm:cxn modelId="{065B9857-D349-41A7-9B5A-6E9921B13A19}" type="presParOf" srcId="{93E56DC3-64F1-48F1-AB4C-148646E1CE68}" destId="{3964BF0E-F7BF-4EA1-AF04-109D2B1035DB}" srcOrd="1" destOrd="0" presId="urn:microsoft.com/office/officeart/2008/layout/LinedList"/>
    <dgm:cxn modelId="{FD190045-62F0-4BCE-9EB0-DB0C24E7EEB1}" type="presParOf" srcId="{0EBB1181-D8B3-4937-A372-91D70D744B7B}" destId="{FCF22D2B-0389-4EE6-A239-93E530A7D7AD}" srcOrd="4" destOrd="0" presId="urn:microsoft.com/office/officeart/2008/layout/LinedList"/>
    <dgm:cxn modelId="{9FB672A5-88E3-4A27-AD78-5B660FE6266A}" type="presParOf" srcId="{0EBB1181-D8B3-4937-A372-91D70D744B7B}" destId="{8EC698E2-E74E-4997-BF77-CC3B2042ED74}" srcOrd="5" destOrd="0" presId="urn:microsoft.com/office/officeart/2008/layout/LinedList"/>
    <dgm:cxn modelId="{9904E3FA-D0DE-4386-BFF2-79994C5A5E2F}" type="presParOf" srcId="{8EC698E2-E74E-4997-BF77-CC3B2042ED74}" destId="{E2FDF412-9866-49F1-ADAD-5D7E22829F5E}" srcOrd="0" destOrd="0" presId="urn:microsoft.com/office/officeart/2008/layout/LinedList"/>
    <dgm:cxn modelId="{AEB53733-1819-4CD7-9E5C-FFB8B008F786}" type="presParOf" srcId="{8EC698E2-E74E-4997-BF77-CC3B2042ED74}" destId="{4FAB84B4-1A07-4720-A136-B0E12F5AE4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AD64B8-9FF7-430E-B6F8-BB073A09777B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2B003E-8E1C-4F62-B872-4F3CBFA48DFA}">
      <dgm:prSet/>
      <dgm:spPr/>
      <dgm:t>
        <a:bodyPr/>
        <a:lstStyle/>
        <a:p>
          <a:r>
            <a:rPr lang="es-ES" dirty="0"/>
            <a:t>La SB-826 ayudó a reducir brechas, especialmente donde hubo más mujeres directivas.</a:t>
          </a:r>
          <a:endParaRPr lang="en-US" dirty="0"/>
        </a:p>
      </dgm:t>
    </dgm:pt>
    <dgm:pt modelId="{6D261E8E-F2AB-47EF-8665-2CDAB77AAF2D}" type="parTrans" cxnId="{296AE330-A7FE-4D01-8CE7-E944B7F85A73}">
      <dgm:prSet/>
      <dgm:spPr/>
      <dgm:t>
        <a:bodyPr/>
        <a:lstStyle/>
        <a:p>
          <a:endParaRPr lang="en-US"/>
        </a:p>
      </dgm:t>
    </dgm:pt>
    <dgm:pt modelId="{F3A79308-405D-40E1-A3C0-908C5D8BFB12}" type="sibTrans" cxnId="{296AE330-A7FE-4D01-8CE7-E944B7F85A73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2187D538-5BEC-460D-8DD4-4D6687BA7CCB}">
      <dgm:prSet/>
      <dgm:spPr/>
      <dgm:t>
        <a:bodyPr/>
        <a:lstStyle/>
        <a:p>
          <a:r>
            <a:rPr lang="en-US"/>
            <a:t>Requiere medidas complementarias (auditorías, transparencia, formación).</a:t>
          </a:r>
        </a:p>
      </dgm:t>
    </dgm:pt>
    <dgm:pt modelId="{2F1EA42D-C9C2-4858-AA88-926FB14C13C4}" type="parTrans" cxnId="{9E099EAD-F18E-44CC-B194-7732F91C1B22}">
      <dgm:prSet/>
      <dgm:spPr/>
      <dgm:t>
        <a:bodyPr/>
        <a:lstStyle/>
        <a:p>
          <a:endParaRPr lang="en-US"/>
        </a:p>
      </dgm:t>
    </dgm:pt>
    <dgm:pt modelId="{AEBEA223-F687-46E3-81CA-A6DD330F5B6C}" type="sibTrans" cxnId="{9E099EAD-F18E-44CC-B194-7732F91C1B22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9ADB2E2D-8810-4C82-AFDD-049788731AD0}">
      <dgm:prSet/>
      <dgm:spPr/>
      <dgm:t>
        <a:bodyPr/>
        <a:lstStyle/>
        <a:p>
          <a:r>
            <a:rPr lang="en-US" dirty="0"/>
            <a:t>No </a:t>
          </a:r>
          <a:r>
            <a:rPr lang="en-US" dirty="0" err="1"/>
            <a:t>afecta</a:t>
          </a:r>
          <a:r>
            <a:rPr lang="en-US" dirty="0"/>
            <a:t> </a:t>
          </a:r>
          <a:r>
            <a:rPr lang="en-US" dirty="0" err="1"/>
            <a:t>empresas</a:t>
          </a:r>
          <a:r>
            <a:rPr lang="en-US" dirty="0"/>
            <a:t> </a:t>
          </a:r>
          <a:r>
            <a:rPr lang="en-US" dirty="0" err="1"/>
            <a:t>privadas</a:t>
          </a:r>
          <a:r>
            <a:rPr lang="en-US" dirty="0"/>
            <a:t> </a:t>
          </a:r>
          <a:r>
            <a:rPr lang="en-US" dirty="0" err="1"/>
            <a:t>ni</a:t>
          </a:r>
          <a:r>
            <a:rPr lang="en-US" dirty="0"/>
            <a:t> </a:t>
          </a:r>
          <a:r>
            <a:rPr lang="en-US" dirty="0" err="1"/>
            <a:t>elimina</a:t>
          </a:r>
          <a:r>
            <a:rPr lang="en-US" dirty="0"/>
            <a:t> </a:t>
          </a:r>
          <a:r>
            <a:rPr lang="en-US" dirty="0" err="1"/>
            <a:t>todos</a:t>
          </a:r>
          <a:r>
            <a:rPr lang="en-US" dirty="0"/>
            <a:t> </a:t>
          </a:r>
          <a:r>
            <a:rPr lang="en-US" dirty="0" err="1"/>
            <a:t>los</a:t>
          </a:r>
          <a:r>
            <a:rPr lang="en-US" dirty="0"/>
            <a:t> </a:t>
          </a:r>
          <a:r>
            <a:rPr lang="en-US" dirty="0" err="1"/>
            <a:t>sesgos</a:t>
          </a:r>
          <a:r>
            <a:rPr lang="en-US" dirty="0"/>
            <a:t> </a:t>
          </a:r>
          <a:r>
            <a:rPr lang="en-US" dirty="0" err="1"/>
            <a:t>estructurales</a:t>
          </a:r>
          <a:r>
            <a:rPr lang="en-US" dirty="0"/>
            <a:t>.</a:t>
          </a:r>
        </a:p>
      </dgm:t>
    </dgm:pt>
    <dgm:pt modelId="{602F8822-ACEF-4825-8FD1-F1C9E992A3AF}" type="sibTrans" cxnId="{FF333068-1822-48B8-8F39-44BAC25E2048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F9F585AB-58CE-4165-89DA-9962C769A918}" type="parTrans" cxnId="{FF333068-1822-48B8-8F39-44BAC25E2048}">
      <dgm:prSet/>
      <dgm:spPr/>
      <dgm:t>
        <a:bodyPr/>
        <a:lstStyle/>
        <a:p>
          <a:endParaRPr lang="en-US"/>
        </a:p>
      </dgm:t>
    </dgm:pt>
    <dgm:pt modelId="{C768EAC8-FB4D-40D3-BE64-DB98FE79FBC3}">
      <dgm:prSet/>
      <dgm:spPr/>
      <dgm:t>
        <a:bodyPr/>
        <a:lstStyle/>
        <a:p>
          <a:r>
            <a:rPr lang="en-US" dirty="0"/>
            <a:t>Este </a:t>
          </a:r>
          <a:r>
            <a:rPr lang="en-US" dirty="0" err="1"/>
            <a:t>análisis</a:t>
          </a:r>
          <a:r>
            <a:rPr lang="en-US" dirty="0"/>
            <a:t> </a:t>
          </a:r>
          <a:r>
            <a:rPr lang="en-US" dirty="0" err="1"/>
            <a:t>sirve</a:t>
          </a:r>
          <a:r>
            <a:rPr lang="en-US" dirty="0"/>
            <a:t> para </a:t>
          </a:r>
          <a:r>
            <a:rPr lang="en-US" dirty="0" err="1"/>
            <a:t>mejorar</a:t>
          </a:r>
          <a:r>
            <a:rPr lang="en-US" dirty="0"/>
            <a:t> </a:t>
          </a:r>
          <a:r>
            <a:rPr lang="en-US" dirty="0" err="1"/>
            <a:t>futuras</a:t>
          </a:r>
          <a:r>
            <a:rPr lang="en-US" dirty="0"/>
            <a:t> </a:t>
          </a:r>
          <a:r>
            <a:rPr lang="en-US" dirty="0" err="1"/>
            <a:t>políticas</a:t>
          </a:r>
          <a:r>
            <a:rPr lang="en-US" dirty="0"/>
            <a:t> </a:t>
          </a:r>
          <a:r>
            <a:rPr lang="en-US" dirty="0" err="1"/>
            <a:t>públicas</a:t>
          </a:r>
          <a:r>
            <a:rPr lang="en-US" dirty="0"/>
            <a:t> de </a:t>
          </a:r>
          <a:r>
            <a:rPr lang="en-US" dirty="0" err="1"/>
            <a:t>igualdad</a:t>
          </a:r>
          <a:r>
            <a:rPr lang="en-US" dirty="0"/>
            <a:t>.</a:t>
          </a:r>
        </a:p>
      </dgm:t>
    </dgm:pt>
    <dgm:pt modelId="{F19ED4CC-693E-4B3C-AA04-213427EAD46B}" type="parTrans" cxnId="{473B9DB9-9BF7-4330-BA49-530DF321538E}">
      <dgm:prSet/>
      <dgm:spPr/>
      <dgm:t>
        <a:bodyPr/>
        <a:lstStyle/>
        <a:p>
          <a:endParaRPr lang="es-ES"/>
        </a:p>
      </dgm:t>
    </dgm:pt>
    <dgm:pt modelId="{ED3797FA-314D-4BE9-8B91-D3B2610A6737}" type="sibTrans" cxnId="{473B9DB9-9BF7-4330-BA49-530DF321538E}">
      <dgm:prSet phldrT="04"/>
      <dgm:spPr/>
      <dgm:t>
        <a:bodyPr/>
        <a:lstStyle/>
        <a:p>
          <a:r>
            <a:rPr lang="en-US"/>
            <a:t>04</a:t>
          </a:r>
        </a:p>
        <a:p>
          <a:endParaRPr lang="es-ES"/>
        </a:p>
      </dgm:t>
    </dgm:pt>
    <dgm:pt modelId="{5D4CB36A-C219-4E29-A229-A993A3FA02C4}" type="pres">
      <dgm:prSet presAssocID="{47AD64B8-9FF7-430E-B6F8-BB073A09777B}" presName="Name0" presStyleCnt="0">
        <dgm:presLayoutVars>
          <dgm:animLvl val="lvl"/>
          <dgm:resizeHandles val="exact"/>
        </dgm:presLayoutVars>
      </dgm:prSet>
      <dgm:spPr/>
    </dgm:pt>
    <dgm:pt modelId="{53ED2932-F127-4153-88C2-899A4F7AB961}" type="pres">
      <dgm:prSet presAssocID="{1E2B003E-8E1C-4F62-B872-4F3CBFA48DFA}" presName="compositeNode" presStyleCnt="0">
        <dgm:presLayoutVars>
          <dgm:bulletEnabled val="1"/>
        </dgm:presLayoutVars>
      </dgm:prSet>
      <dgm:spPr/>
    </dgm:pt>
    <dgm:pt modelId="{A5F7DCCC-BB0B-4318-952C-7980B47C0264}" type="pres">
      <dgm:prSet presAssocID="{1E2B003E-8E1C-4F62-B872-4F3CBFA48DFA}" presName="bgRect" presStyleLbl="alignNode1" presStyleIdx="0" presStyleCnt="4"/>
      <dgm:spPr/>
    </dgm:pt>
    <dgm:pt modelId="{2E703E19-5E17-441A-AF0F-854322352A93}" type="pres">
      <dgm:prSet presAssocID="{F3A79308-405D-40E1-A3C0-908C5D8BFB12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97C9BF3B-0AB7-4EB3-BB6D-54BF16D80683}" type="pres">
      <dgm:prSet presAssocID="{1E2B003E-8E1C-4F62-B872-4F3CBFA48DFA}" presName="nodeRect" presStyleLbl="alignNode1" presStyleIdx="0" presStyleCnt="4">
        <dgm:presLayoutVars>
          <dgm:bulletEnabled val="1"/>
        </dgm:presLayoutVars>
      </dgm:prSet>
      <dgm:spPr/>
    </dgm:pt>
    <dgm:pt modelId="{056601E5-CA69-4884-A2F3-F97FEA908F83}" type="pres">
      <dgm:prSet presAssocID="{F3A79308-405D-40E1-A3C0-908C5D8BFB12}" presName="sibTrans" presStyleCnt="0"/>
      <dgm:spPr/>
    </dgm:pt>
    <dgm:pt modelId="{928A3241-BEA7-440D-82F8-C8D36D4239F0}" type="pres">
      <dgm:prSet presAssocID="{9ADB2E2D-8810-4C82-AFDD-049788731AD0}" presName="compositeNode" presStyleCnt="0">
        <dgm:presLayoutVars>
          <dgm:bulletEnabled val="1"/>
        </dgm:presLayoutVars>
      </dgm:prSet>
      <dgm:spPr/>
    </dgm:pt>
    <dgm:pt modelId="{7C4543DA-8D59-48FF-ACCE-E3BD8285DE69}" type="pres">
      <dgm:prSet presAssocID="{9ADB2E2D-8810-4C82-AFDD-049788731AD0}" presName="bgRect" presStyleLbl="alignNode1" presStyleIdx="1" presStyleCnt="4"/>
      <dgm:spPr/>
    </dgm:pt>
    <dgm:pt modelId="{1810B8AE-AF3C-481F-B49C-5CE6701A77DF}" type="pres">
      <dgm:prSet presAssocID="{602F8822-ACEF-4825-8FD1-F1C9E992A3AF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B055CEB2-2DFB-4757-9F0A-A11E23429CB1}" type="pres">
      <dgm:prSet presAssocID="{9ADB2E2D-8810-4C82-AFDD-049788731AD0}" presName="nodeRect" presStyleLbl="alignNode1" presStyleIdx="1" presStyleCnt="4">
        <dgm:presLayoutVars>
          <dgm:bulletEnabled val="1"/>
        </dgm:presLayoutVars>
      </dgm:prSet>
      <dgm:spPr/>
    </dgm:pt>
    <dgm:pt modelId="{730E767A-4403-4769-8ACA-2C4D5291CFFE}" type="pres">
      <dgm:prSet presAssocID="{602F8822-ACEF-4825-8FD1-F1C9E992A3AF}" presName="sibTrans" presStyleCnt="0"/>
      <dgm:spPr/>
    </dgm:pt>
    <dgm:pt modelId="{C5A1A976-ABA9-47D7-AAFB-2047AAEBB81B}" type="pres">
      <dgm:prSet presAssocID="{2187D538-5BEC-460D-8DD4-4D6687BA7CCB}" presName="compositeNode" presStyleCnt="0">
        <dgm:presLayoutVars>
          <dgm:bulletEnabled val="1"/>
        </dgm:presLayoutVars>
      </dgm:prSet>
      <dgm:spPr/>
    </dgm:pt>
    <dgm:pt modelId="{CE47A215-555A-46C1-AEC7-680C9FA44711}" type="pres">
      <dgm:prSet presAssocID="{2187D538-5BEC-460D-8DD4-4D6687BA7CCB}" presName="bgRect" presStyleLbl="alignNode1" presStyleIdx="2" presStyleCnt="4"/>
      <dgm:spPr/>
    </dgm:pt>
    <dgm:pt modelId="{6FAD0911-464F-4995-9144-35A920FF2745}" type="pres">
      <dgm:prSet presAssocID="{AEBEA223-F687-46E3-81CA-A6DD330F5B6C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3CC5D0B9-2CD3-4FEB-88A4-A4C00FB23F24}" type="pres">
      <dgm:prSet presAssocID="{2187D538-5BEC-460D-8DD4-4D6687BA7CCB}" presName="nodeRect" presStyleLbl="alignNode1" presStyleIdx="2" presStyleCnt="4">
        <dgm:presLayoutVars>
          <dgm:bulletEnabled val="1"/>
        </dgm:presLayoutVars>
      </dgm:prSet>
      <dgm:spPr/>
    </dgm:pt>
    <dgm:pt modelId="{19D456F8-8A4B-4F7A-BE72-44ADE859E745}" type="pres">
      <dgm:prSet presAssocID="{AEBEA223-F687-46E3-81CA-A6DD330F5B6C}" presName="sibTrans" presStyleCnt="0"/>
      <dgm:spPr/>
    </dgm:pt>
    <dgm:pt modelId="{FCD5C56D-A1AE-4CE7-B810-5B6C82EBE3BE}" type="pres">
      <dgm:prSet presAssocID="{C768EAC8-FB4D-40D3-BE64-DB98FE79FBC3}" presName="compositeNode" presStyleCnt="0">
        <dgm:presLayoutVars>
          <dgm:bulletEnabled val="1"/>
        </dgm:presLayoutVars>
      </dgm:prSet>
      <dgm:spPr/>
    </dgm:pt>
    <dgm:pt modelId="{2ABF45A8-D7A5-4BE5-B18D-76599403BBB1}" type="pres">
      <dgm:prSet presAssocID="{C768EAC8-FB4D-40D3-BE64-DB98FE79FBC3}" presName="bgRect" presStyleLbl="alignNode1" presStyleIdx="3" presStyleCnt="4"/>
      <dgm:spPr/>
    </dgm:pt>
    <dgm:pt modelId="{44E95031-BC8C-4361-A211-320652C2E76B}" type="pres">
      <dgm:prSet presAssocID="{ED3797FA-314D-4BE9-8B91-D3B2610A6737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9077DBFB-7A0C-47F2-80E4-0C9BF21FB618}" type="pres">
      <dgm:prSet presAssocID="{C768EAC8-FB4D-40D3-BE64-DB98FE79FBC3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F72CCD20-B111-4231-969B-EAC1F9F9D376}" type="presOf" srcId="{2187D538-5BEC-460D-8DD4-4D6687BA7CCB}" destId="{3CC5D0B9-2CD3-4FEB-88A4-A4C00FB23F24}" srcOrd="1" destOrd="0" presId="urn:microsoft.com/office/officeart/2016/7/layout/LinearBlockProcessNumbered"/>
    <dgm:cxn modelId="{296AE330-A7FE-4D01-8CE7-E944B7F85A73}" srcId="{47AD64B8-9FF7-430E-B6F8-BB073A09777B}" destId="{1E2B003E-8E1C-4F62-B872-4F3CBFA48DFA}" srcOrd="0" destOrd="0" parTransId="{6D261E8E-F2AB-47EF-8665-2CDAB77AAF2D}" sibTransId="{F3A79308-405D-40E1-A3C0-908C5D8BFB12}"/>
    <dgm:cxn modelId="{4B54D844-D82D-4632-BE14-68899D4BFAD3}" type="presOf" srcId="{47AD64B8-9FF7-430E-B6F8-BB073A09777B}" destId="{5D4CB36A-C219-4E29-A229-A993A3FA02C4}" srcOrd="0" destOrd="0" presId="urn:microsoft.com/office/officeart/2016/7/layout/LinearBlockProcessNumbered"/>
    <dgm:cxn modelId="{09BC0946-80E0-40F2-9E9A-D62567B1A0B9}" type="presOf" srcId="{ED3797FA-314D-4BE9-8B91-D3B2610A6737}" destId="{44E95031-BC8C-4361-A211-320652C2E76B}" srcOrd="0" destOrd="0" presId="urn:microsoft.com/office/officeart/2016/7/layout/LinearBlockProcessNumbered"/>
    <dgm:cxn modelId="{FF333068-1822-48B8-8F39-44BAC25E2048}" srcId="{47AD64B8-9FF7-430E-B6F8-BB073A09777B}" destId="{9ADB2E2D-8810-4C82-AFDD-049788731AD0}" srcOrd="1" destOrd="0" parTransId="{F9F585AB-58CE-4165-89DA-9962C769A918}" sibTransId="{602F8822-ACEF-4825-8FD1-F1C9E992A3AF}"/>
    <dgm:cxn modelId="{096DC84C-2620-451D-88D6-E33BEF8F5C05}" type="presOf" srcId="{C768EAC8-FB4D-40D3-BE64-DB98FE79FBC3}" destId="{9077DBFB-7A0C-47F2-80E4-0C9BF21FB618}" srcOrd="1" destOrd="0" presId="urn:microsoft.com/office/officeart/2016/7/layout/LinearBlockProcessNumbered"/>
    <dgm:cxn modelId="{F4932A86-B15A-45CD-84B9-5396CB8D1E0C}" type="presOf" srcId="{2187D538-5BEC-460D-8DD4-4D6687BA7CCB}" destId="{CE47A215-555A-46C1-AEC7-680C9FA44711}" srcOrd="0" destOrd="0" presId="urn:microsoft.com/office/officeart/2016/7/layout/LinearBlockProcessNumbered"/>
    <dgm:cxn modelId="{AC576B91-3EDB-4EC6-87CF-2BE0A3F2806B}" type="presOf" srcId="{602F8822-ACEF-4825-8FD1-F1C9E992A3AF}" destId="{1810B8AE-AF3C-481F-B49C-5CE6701A77DF}" srcOrd="0" destOrd="0" presId="urn:microsoft.com/office/officeart/2016/7/layout/LinearBlockProcessNumbered"/>
    <dgm:cxn modelId="{FA9B89A5-EFD4-4DC0-82F5-02E40D244446}" type="presOf" srcId="{AEBEA223-F687-46E3-81CA-A6DD330F5B6C}" destId="{6FAD0911-464F-4995-9144-35A920FF2745}" srcOrd="0" destOrd="0" presId="urn:microsoft.com/office/officeart/2016/7/layout/LinearBlockProcessNumbered"/>
    <dgm:cxn modelId="{9E099EAD-F18E-44CC-B194-7732F91C1B22}" srcId="{47AD64B8-9FF7-430E-B6F8-BB073A09777B}" destId="{2187D538-5BEC-460D-8DD4-4D6687BA7CCB}" srcOrd="2" destOrd="0" parTransId="{2F1EA42D-C9C2-4858-AA88-926FB14C13C4}" sibTransId="{AEBEA223-F687-46E3-81CA-A6DD330F5B6C}"/>
    <dgm:cxn modelId="{992CA8B0-7E1A-4675-8D8A-C582E9528936}" type="presOf" srcId="{C768EAC8-FB4D-40D3-BE64-DB98FE79FBC3}" destId="{2ABF45A8-D7A5-4BE5-B18D-76599403BBB1}" srcOrd="0" destOrd="0" presId="urn:microsoft.com/office/officeart/2016/7/layout/LinearBlockProcessNumbered"/>
    <dgm:cxn modelId="{CAEC53B4-8441-4477-9919-B2DDFF4285CD}" type="presOf" srcId="{9ADB2E2D-8810-4C82-AFDD-049788731AD0}" destId="{B055CEB2-2DFB-4757-9F0A-A11E23429CB1}" srcOrd="1" destOrd="0" presId="urn:microsoft.com/office/officeart/2016/7/layout/LinearBlockProcessNumbered"/>
    <dgm:cxn modelId="{473B9DB9-9BF7-4330-BA49-530DF321538E}" srcId="{47AD64B8-9FF7-430E-B6F8-BB073A09777B}" destId="{C768EAC8-FB4D-40D3-BE64-DB98FE79FBC3}" srcOrd="3" destOrd="0" parTransId="{F19ED4CC-693E-4B3C-AA04-213427EAD46B}" sibTransId="{ED3797FA-314D-4BE9-8B91-D3B2610A6737}"/>
    <dgm:cxn modelId="{4FFA6BE1-347C-4DFD-BEC2-7882FDCA8760}" type="presOf" srcId="{F3A79308-405D-40E1-A3C0-908C5D8BFB12}" destId="{2E703E19-5E17-441A-AF0F-854322352A93}" srcOrd="0" destOrd="0" presId="urn:microsoft.com/office/officeart/2016/7/layout/LinearBlockProcessNumbered"/>
    <dgm:cxn modelId="{5DFF7CF5-78F6-4CAD-8F63-27D66CA45190}" type="presOf" srcId="{1E2B003E-8E1C-4F62-B872-4F3CBFA48DFA}" destId="{A5F7DCCC-BB0B-4318-952C-7980B47C0264}" srcOrd="0" destOrd="0" presId="urn:microsoft.com/office/officeart/2016/7/layout/LinearBlockProcessNumbered"/>
    <dgm:cxn modelId="{A01D52F9-EEC2-49E7-B966-576D0361D0F0}" type="presOf" srcId="{1E2B003E-8E1C-4F62-B872-4F3CBFA48DFA}" destId="{97C9BF3B-0AB7-4EB3-BB6D-54BF16D80683}" srcOrd="1" destOrd="0" presId="urn:microsoft.com/office/officeart/2016/7/layout/LinearBlockProcessNumbered"/>
    <dgm:cxn modelId="{A001C9FC-C907-4BCF-898A-2B7970FC0AA4}" type="presOf" srcId="{9ADB2E2D-8810-4C82-AFDD-049788731AD0}" destId="{7C4543DA-8D59-48FF-ACCE-E3BD8285DE69}" srcOrd="0" destOrd="0" presId="urn:microsoft.com/office/officeart/2016/7/layout/LinearBlockProcessNumbered"/>
    <dgm:cxn modelId="{D81D5033-A226-4BD8-BE16-4754BF4B1A14}" type="presParOf" srcId="{5D4CB36A-C219-4E29-A229-A993A3FA02C4}" destId="{53ED2932-F127-4153-88C2-899A4F7AB961}" srcOrd="0" destOrd="0" presId="urn:microsoft.com/office/officeart/2016/7/layout/LinearBlockProcessNumbered"/>
    <dgm:cxn modelId="{23AA8755-5740-4277-9D41-C758802E47EB}" type="presParOf" srcId="{53ED2932-F127-4153-88C2-899A4F7AB961}" destId="{A5F7DCCC-BB0B-4318-952C-7980B47C0264}" srcOrd="0" destOrd="0" presId="urn:microsoft.com/office/officeart/2016/7/layout/LinearBlockProcessNumbered"/>
    <dgm:cxn modelId="{D03AC6B3-3973-4E9B-A93D-7C0F600BE935}" type="presParOf" srcId="{53ED2932-F127-4153-88C2-899A4F7AB961}" destId="{2E703E19-5E17-441A-AF0F-854322352A93}" srcOrd="1" destOrd="0" presId="urn:microsoft.com/office/officeart/2016/7/layout/LinearBlockProcessNumbered"/>
    <dgm:cxn modelId="{6E96B946-22C1-4182-A543-FB8D9CCD288C}" type="presParOf" srcId="{53ED2932-F127-4153-88C2-899A4F7AB961}" destId="{97C9BF3B-0AB7-4EB3-BB6D-54BF16D80683}" srcOrd="2" destOrd="0" presId="urn:microsoft.com/office/officeart/2016/7/layout/LinearBlockProcessNumbered"/>
    <dgm:cxn modelId="{409D4385-3D9E-42E5-BFC4-47D331B7EF65}" type="presParOf" srcId="{5D4CB36A-C219-4E29-A229-A993A3FA02C4}" destId="{056601E5-CA69-4884-A2F3-F97FEA908F83}" srcOrd="1" destOrd="0" presId="urn:microsoft.com/office/officeart/2016/7/layout/LinearBlockProcessNumbered"/>
    <dgm:cxn modelId="{D5A0E764-547F-417D-BB4F-0739380E82CC}" type="presParOf" srcId="{5D4CB36A-C219-4E29-A229-A993A3FA02C4}" destId="{928A3241-BEA7-440D-82F8-C8D36D4239F0}" srcOrd="2" destOrd="0" presId="urn:microsoft.com/office/officeart/2016/7/layout/LinearBlockProcessNumbered"/>
    <dgm:cxn modelId="{E9DFB460-09A8-48C8-BBE4-49187919A047}" type="presParOf" srcId="{928A3241-BEA7-440D-82F8-C8D36D4239F0}" destId="{7C4543DA-8D59-48FF-ACCE-E3BD8285DE69}" srcOrd="0" destOrd="0" presId="urn:microsoft.com/office/officeart/2016/7/layout/LinearBlockProcessNumbered"/>
    <dgm:cxn modelId="{FB21769C-4835-4525-B6DC-D2CA4FC30AD4}" type="presParOf" srcId="{928A3241-BEA7-440D-82F8-C8D36D4239F0}" destId="{1810B8AE-AF3C-481F-B49C-5CE6701A77DF}" srcOrd="1" destOrd="0" presId="urn:microsoft.com/office/officeart/2016/7/layout/LinearBlockProcessNumbered"/>
    <dgm:cxn modelId="{A5063015-8645-4444-A79C-DD37FB719DEE}" type="presParOf" srcId="{928A3241-BEA7-440D-82F8-C8D36D4239F0}" destId="{B055CEB2-2DFB-4757-9F0A-A11E23429CB1}" srcOrd="2" destOrd="0" presId="urn:microsoft.com/office/officeart/2016/7/layout/LinearBlockProcessNumbered"/>
    <dgm:cxn modelId="{A24020F2-5127-458B-84E5-60E9EBA633FC}" type="presParOf" srcId="{5D4CB36A-C219-4E29-A229-A993A3FA02C4}" destId="{730E767A-4403-4769-8ACA-2C4D5291CFFE}" srcOrd="3" destOrd="0" presId="urn:microsoft.com/office/officeart/2016/7/layout/LinearBlockProcessNumbered"/>
    <dgm:cxn modelId="{F177DE7A-12E7-4C35-BC3F-4A8D5A89401C}" type="presParOf" srcId="{5D4CB36A-C219-4E29-A229-A993A3FA02C4}" destId="{C5A1A976-ABA9-47D7-AAFB-2047AAEBB81B}" srcOrd="4" destOrd="0" presId="urn:microsoft.com/office/officeart/2016/7/layout/LinearBlockProcessNumbered"/>
    <dgm:cxn modelId="{11219B1D-F03A-4126-B69D-89C3B8D44AB5}" type="presParOf" srcId="{C5A1A976-ABA9-47D7-AAFB-2047AAEBB81B}" destId="{CE47A215-555A-46C1-AEC7-680C9FA44711}" srcOrd="0" destOrd="0" presId="urn:microsoft.com/office/officeart/2016/7/layout/LinearBlockProcessNumbered"/>
    <dgm:cxn modelId="{B006B9ED-D191-48B3-BCDD-80F3AE4BDB38}" type="presParOf" srcId="{C5A1A976-ABA9-47D7-AAFB-2047AAEBB81B}" destId="{6FAD0911-464F-4995-9144-35A920FF2745}" srcOrd="1" destOrd="0" presId="urn:microsoft.com/office/officeart/2016/7/layout/LinearBlockProcessNumbered"/>
    <dgm:cxn modelId="{254EB21C-9B4B-41BF-915F-94D711A19577}" type="presParOf" srcId="{C5A1A976-ABA9-47D7-AAFB-2047AAEBB81B}" destId="{3CC5D0B9-2CD3-4FEB-88A4-A4C00FB23F24}" srcOrd="2" destOrd="0" presId="urn:microsoft.com/office/officeart/2016/7/layout/LinearBlockProcessNumbered"/>
    <dgm:cxn modelId="{590E732E-B9DC-477D-BB70-4EBB150FAFC8}" type="presParOf" srcId="{5D4CB36A-C219-4E29-A229-A993A3FA02C4}" destId="{19D456F8-8A4B-4F7A-BE72-44ADE859E745}" srcOrd="5" destOrd="0" presId="urn:microsoft.com/office/officeart/2016/7/layout/LinearBlockProcessNumbered"/>
    <dgm:cxn modelId="{20A931D6-5B83-48DA-AE1D-9A0B3F4B7DCF}" type="presParOf" srcId="{5D4CB36A-C219-4E29-A229-A993A3FA02C4}" destId="{FCD5C56D-A1AE-4CE7-B810-5B6C82EBE3BE}" srcOrd="6" destOrd="0" presId="urn:microsoft.com/office/officeart/2016/7/layout/LinearBlockProcessNumbered"/>
    <dgm:cxn modelId="{EAA5E776-63F5-4C86-88DF-92AFA41BB747}" type="presParOf" srcId="{FCD5C56D-A1AE-4CE7-B810-5B6C82EBE3BE}" destId="{2ABF45A8-D7A5-4BE5-B18D-76599403BBB1}" srcOrd="0" destOrd="0" presId="urn:microsoft.com/office/officeart/2016/7/layout/LinearBlockProcessNumbered"/>
    <dgm:cxn modelId="{9BD556D6-D4DD-4AC5-9B6D-7A2DF62FDBC6}" type="presParOf" srcId="{FCD5C56D-A1AE-4CE7-B810-5B6C82EBE3BE}" destId="{44E95031-BC8C-4361-A211-320652C2E76B}" srcOrd="1" destOrd="0" presId="urn:microsoft.com/office/officeart/2016/7/layout/LinearBlockProcessNumbered"/>
    <dgm:cxn modelId="{42402F36-6CA0-4D94-A115-490875752133}" type="presParOf" srcId="{FCD5C56D-A1AE-4CE7-B810-5B6C82EBE3BE}" destId="{9077DBFB-7A0C-47F2-80E4-0C9BF21FB618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4C517-069E-4DE2-BEC8-F37A271EC102}">
      <dsp:nvSpPr>
        <dsp:cNvPr id="0" name=""/>
        <dsp:cNvSpPr/>
      </dsp:nvSpPr>
      <dsp:spPr>
        <a:xfrm>
          <a:off x="1252193" y="983131"/>
          <a:ext cx="1307110" cy="13071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1AA0D-F7F3-43E8-9723-FC2290448D94}">
      <dsp:nvSpPr>
        <dsp:cNvPr id="0" name=""/>
        <dsp:cNvSpPr/>
      </dsp:nvSpPr>
      <dsp:spPr>
        <a:xfrm>
          <a:off x="453403" y="2648206"/>
          <a:ext cx="29046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La ley SB-826 triplicó la presencia femenina en consejos directivos.</a:t>
          </a:r>
          <a:endParaRPr lang="en-US" sz="1500" kern="1200" dirty="0"/>
        </a:p>
      </dsp:txBody>
      <dsp:txXfrm>
        <a:off x="453403" y="2648206"/>
        <a:ext cx="2904689" cy="720000"/>
      </dsp:txXfrm>
    </dsp:sp>
    <dsp:sp modelId="{D873C441-4372-4F4F-A812-3CA7B95B3F6B}">
      <dsp:nvSpPr>
        <dsp:cNvPr id="0" name=""/>
        <dsp:cNvSpPr/>
      </dsp:nvSpPr>
      <dsp:spPr>
        <a:xfrm>
          <a:off x="4665203" y="983131"/>
          <a:ext cx="1307110" cy="13071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4A599F-649C-42DF-B361-C3D3E13307DE}">
      <dsp:nvSpPr>
        <dsp:cNvPr id="0" name=""/>
        <dsp:cNvSpPr/>
      </dsp:nvSpPr>
      <dsp:spPr>
        <a:xfrm>
          <a:off x="3866414" y="2648206"/>
          <a:ext cx="29046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Se observa una reducción moderada pero significativa en la brecha salarial.</a:t>
          </a:r>
          <a:endParaRPr lang="en-US" sz="1500" kern="1200"/>
        </a:p>
      </dsp:txBody>
      <dsp:txXfrm>
        <a:off x="3866414" y="2648206"/>
        <a:ext cx="2904689" cy="720000"/>
      </dsp:txXfrm>
    </dsp:sp>
    <dsp:sp modelId="{ABB8E80A-EF04-44C9-A186-945F48018677}">
      <dsp:nvSpPr>
        <dsp:cNvPr id="0" name=""/>
        <dsp:cNvSpPr/>
      </dsp:nvSpPr>
      <dsp:spPr>
        <a:xfrm>
          <a:off x="8078214" y="983131"/>
          <a:ext cx="1307110" cy="13071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7E964-D9A5-47D9-A5FA-75C19505E8F0}">
      <dsp:nvSpPr>
        <dsp:cNvPr id="0" name=""/>
        <dsp:cNvSpPr/>
      </dsp:nvSpPr>
      <dsp:spPr>
        <a:xfrm>
          <a:off x="7279424" y="2648206"/>
          <a:ext cx="29046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El impacto no es homogéneo ni automático, pero es un avance real.</a:t>
          </a:r>
          <a:endParaRPr lang="en-US" sz="1500" kern="1200"/>
        </a:p>
      </dsp:txBody>
      <dsp:txXfrm>
        <a:off x="7279424" y="2648206"/>
        <a:ext cx="29046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9EBCC-3A8D-4FCE-A982-9807FAAC3884}">
      <dsp:nvSpPr>
        <dsp:cNvPr id="0" name=""/>
        <dsp:cNvSpPr/>
      </dsp:nvSpPr>
      <dsp:spPr>
        <a:xfrm>
          <a:off x="0" y="1655"/>
          <a:ext cx="394895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65199F-3B55-448D-9FAB-4FF3972164F8}">
      <dsp:nvSpPr>
        <dsp:cNvPr id="0" name=""/>
        <dsp:cNvSpPr/>
      </dsp:nvSpPr>
      <dsp:spPr>
        <a:xfrm>
          <a:off x="0" y="1655"/>
          <a:ext cx="3948953" cy="1128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Solo aplica a empresas cotizadas.</a:t>
          </a:r>
          <a:endParaRPr lang="en-US" sz="2700" kern="1200"/>
        </a:p>
      </dsp:txBody>
      <dsp:txXfrm>
        <a:off x="0" y="1655"/>
        <a:ext cx="3948953" cy="1128969"/>
      </dsp:txXfrm>
    </dsp:sp>
    <dsp:sp modelId="{7426CA14-B673-4E7C-A999-7E8FC7E185A6}">
      <dsp:nvSpPr>
        <dsp:cNvPr id="0" name=""/>
        <dsp:cNvSpPr/>
      </dsp:nvSpPr>
      <dsp:spPr>
        <a:xfrm>
          <a:off x="0" y="1130625"/>
          <a:ext cx="394895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F97226-3CE3-4B2E-AA89-FD63570E807A}">
      <dsp:nvSpPr>
        <dsp:cNvPr id="0" name=""/>
        <dsp:cNvSpPr/>
      </dsp:nvSpPr>
      <dsp:spPr>
        <a:xfrm>
          <a:off x="0" y="1130625"/>
          <a:ext cx="3948953" cy="1128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No elimina diferencias internas ni estructurales.</a:t>
          </a:r>
          <a:endParaRPr lang="en-US" sz="2700" kern="1200"/>
        </a:p>
      </dsp:txBody>
      <dsp:txXfrm>
        <a:off x="0" y="1130625"/>
        <a:ext cx="3948953" cy="1128969"/>
      </dsp:txXfrm>
    </dsp:sp>
    <dsp:sp modelId="{FCF22D2B-0389-4EE6-A239-93E530A7D7AD}">
      <dsp:nvSpPr>
        <dsp:cNvPr id="0" name=""/>
        <dsp:cNvSpPr/>
      </dsp:nvSpPr>
      <dsp:spPr>
        <a:xfrm>
          <a:off x="0" y="2259594"/>
          <a:ext cx="394895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FDF412-9866-49F1-ADAD-5D7E22829F5E}">
      <dsp:nvSpPr>
        <dsp:cNvPr id="0" name=""/>
        <dsp:cNvSpPr/>
      </dsp:nvSpPr>
      <dsp:spPr>
        <a:xfrm>
          <a:off x="0" y="2259594"/>
          <a:ext cx="3948953" cy="1128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No aborda sesgos, segregación o negociación.</a:t>
          </a:r>
          <a:endParaRPr lang="en-US" sz="2700" kern="1200"/>
        </a:p>
      </dsp:txBody>
      <dsp:txXfrm>
        <a:off x="0" y="2259594"/>
        <a:ext cx="3948953" cy="11289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7DCCC-BB0B-4318-952C-7980B47C0264}">
      <dsp:nvSpPr>
        <dsp:cNvPr id="0" name=""/>
        <dsp:cNvSpPr/>
      </dsp:nvSpPr>
      <dsp:spPr>
        <a:xfrm>
          <a:off x="207" y="211810"/>
          <a:ext cx="2508451" cy="30101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779" tIns="0" rIns="247779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La SB-826 ayudó a reducir brechas, especialmente donde hubo más mujeres directivas.</a:t>
          </a:r>
          <a:endParaRPr lang="en-US" sz="2000" kern="1200" dirty="0"/>
        </a:p>
      </dsp:txBody>
      <dsp:txXfrm>
        <a:off x="207" y="1415867"/>
        <a:ext cx="2508451" cy="1806085"/>
      </dsp:txXfrm>
    </dsp:sp>
    <dsp:sp modelId="{2E703E19-5E17-441A-AF0F-854322352A93}">
      <dsp:nvSpPr>
        <dsp:cNvPr id="0" name=""/>
        <dsp:cNvSpPr/>
      </dsp:nvSpPr>
      <dsp:spPr>
        <a:xfrm>
          <a:off x="207" y="211810"/>
          <a:ext cx="2508451" cy="1204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779" tIns="165100" rIns="24777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01</a:t>
          </a:r>
        </a:p>
      </dsp:txBody>
      <dsp:txXfrm>
        <a:off x="207" y="211810"/>
        <a:ext cx="2508451" cy="1204056"/>
      </dsp:txXfrm>
    </dsp:sp>
    <dsp:sp modelId="{7C4543DA-8D59-48FF-ACCE-E3BD8285DE69}">
      <dsp:nvSpPr>
        <dsp:cNvPr id="0" name=""/>
        <dsp:cNvSpPr/>
      </dsp:nvSpPr>
      <dsp:spPr>
        <a:xfrm>
          <a:off x="2709335" y="211810"/>
          <a:ext cx="2508451" cy="30101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779" tIns="0" rIns="247779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</a:t>
          </a:r>
          <a:r>
            <a:rPr lang="en-US" sz="2000" kern="1200" dirty="0" err="1"/>
            <a:t>afecta</a:t>
          </a:r>
          <a:r>
            <a:rPr lang="en-US" sz="2000" kern="1200" dirty="0"/>
            <a:t> </a:t>
          </a:r>
          <a:r>
            <a:rPr lang="en-US" sz="2000" kern="1200" dirty="0" err="1"/>
            <a:t>empresas</a:t>
          </a:r>
          <a:r>
            <a:rPr lang="en-US" sz="2000" kern="1200" dirty="0"/>
            <a:t> </a:t>
          </a:r>
          <a:r>
            <a:rPr lang="en-US" sz="2000" kern="1200" dirty="0" err="1"/>
            <a:t>privadas</a:t>
          </a:r>
          <a:r>
            <a:rPr lang="en-US" sz="2000" kern="1200" dirty="0"/>
            <a:t> </a:t>
          </a:r>
          <a:r>
            <a:rPr lang="en-US" sz="2000" kern="1200" dirty="0" err="1"/>
            <a:t>ni</a:t>
          </a:r>
          <a:r>
            <a:rPr lang="en-US" sz="2000" kern="1200" dirty="0"/>
            <a:t> </a:t>
          </a:r>
          <a:r>
            <a:rPr lang="en-US" sz="2000" kern="1200" dirty="0" err="1"/>
            <a:t>elimina</a:t>
          </a:r>
          <a:r>
            <a:rPr lang="en-US" sz="2000" kern="1200" dirty="0"/>
            <a:t> </a:t>
          </a:r>
          <a:r>
            <a:rPr lang="en-US" sz="2000" kern="1200" dirty="0" err="1"/>
            <a:t>todos</a:t>
          </a:r>
          <a:r>
            <a:rPr lang="en-US" sz="2000" kern="1200" dirty="0"/>
            <a:t> </a:t>
          </a:r>
          <a:r>
            <a:rPr lang="en-US" sz="2000" kern="1200" dirty="0" err="1"/>
            <a:t>los</a:t>
          </a:r>
          <a:r>
            <a:rPr lang="en-US" sz="2000" kern="1200" dirty="0"/>
            <a:t> </a:t>
          </a:r>
          <a:r>
            <a:rPr lang="en-US" sz="2000" kern="1200" dirty="0" err="1"/>
            <a:t>sesgos</a:t>
          </a:r>
          <a:r>
            <a:rPr lang="en-US" sz="2000" kern="1200" dirty="0"/>
            <a:t> </a:t>
          </a:r>
          <a:r>
            <a:rPr lang="en-US" sz="2000" kern="1200" dirty="0" err="1"/>
            <a:t>estructurales</a:t>
          </a:r>
          <a:r>
            <a:rPr lang="en-US" sz="2000" kern="1200" dirty="0"/>
            <a:t>.</a:t>
          </a:r>
        </a:p>
      </dsp:txBody>
      <dsp:txXfrm>
        <a:off x="2709335" y="1415867"/>
        <a:ext cx="2508451" cy="1806085"/>
      </dsp:txXfrm>
    </dsp:sp>
    <dsp:sp modelId="{1810B8AE-AF3C-481F-B49C-5CE6701A77DF}">
      <dsp:nvSpPr>
        <dsp:cNvPr id="0" name=""/>
        <dsp:cNvSpPr/>
      </dsp:nvSpPr>
      <dsp:spPr>
        <a:xfrm>
          <a:off x="2709335" y="211810"/>
          <a:ext cx="2508451" cy="1204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779" tIns="165100" rIns="24777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02</a:t>
          </a:r>
        </a:p>
      </dsp:txBody>
      <dsp:txXfrm>
        <a:off x="2709335" y="211810"/>
        <a:ext cx="2508451" cy="1204056"/>
      </dsp:txXfrm>
    </dsp:sp>
    <dsp:sp modelId="{CE47A215-555A-46C1-AEC7-680C9FA44711}">
      <dsp:nvSpPr>
        <dsp:cNvPr id="0" name=""/>
        <dsp:cNvSpPr/>
      </dsp:nvSpPr>
      <dsp:spPr>
        <a:xfrm>
          <a:off x="5418463" y="211810"/>
          <a:ext cx="2508451" cy="30101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779" tIns="0" rIns="247779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Requiere medidas complementarias (auditorías, transparencia, formación).</a:t>
          </a:r>
        </a:p>
      </dsp:txBody>
      <dsp:txXfrm>
        <a:off x="5418463" y="1415867"/>
        <a:ext cx="2508451" cy="1806085"/>
      </dsp:txXfrm>
    </dsp:sp>
    <dsp:sp modelId="{6FAD0911-464F-4995-9144-35A920FF2745}">
      <dsp:nvSpPr>
        <dsp:cNvPr id="0" name=""/>
        <dsp:cNvSpPr/>
      </dsp:nvSpPr>
      <dsp:spPr>
        <a:xfrm>
          <a:off x="5418463" y="211810"/>
          <a:ext cx="2508451" cy="1204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779" tIns="165100" rIns="24777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03</a:t>
          </a:r>
        </a:p>
      </dsp:txBody>
      <dsp:txXfrm>
        <a:off x="5418463" y="211810"/>
        <a:ext cx="2508451" cy="1204056"/>
      </dsp:txXfrm>
    </dsp:sp>
    <dsp:sp modelId="{2ABF45A8-D7A5-4BE5-B18D-76599403BBB1}">
      <dsp:nvSpPr>
        <dsp:cNvPr id="0" name=""/>
        <dsp:cNvSpPr/>
      </dsp:nvSpPr>
      <dsp:spPr>
        <a:xfrm>
          <a:off x="8127590" y="211810"/>
          <a:ext cx="2508451" cy="30101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779" tIns="0" rIns="247779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Este </a:t>
          </a:r>
          <a:r>
            <a:rPr lang="en-US" sz="2000" kern="1200" dirty="0" err="1"/>
            <a:t>análisis</a:t>
          </a:r>
          <a:r>
            <a:rPr lang="en-US" sz="2000" kern="1200" dirty="0"/>
            <a:t> </a:t>
          </a:r>
          <a:r>
            <a:rPr lang="en-US" sz="2000" kern="1200" dirty="0" err="1"/>
            <a:t>sirve</a:t>
          </a:r>
          <a:r>
            <a:rPr lang="en-US" sz="2000" kern="1200" dirty="0"/>
            <a:t> para </a:t>
          </a:r>
          <a:r>
            <a:rPr lang="en-US" sz="2000" kern="1200" dirty="0" err="1"/>
            <a:t>mejorar</a:t>
          </a:r>
          <a:r>
            <a:rPr lang="en-US" sz="2000" kern="1200" dirty="0"/>
            <a:t> </a:t>
          </a:r>
          <a:r>
            <a:rPr lang="en-US" sz="2000" kern="1200" dirty="0" err="1"/>
            <a:t>futuras</a:t>
          </a:r>
          <a:r>
            <a:rPr lang="en-US" sz="2000" kern="1200" dirty="0"/>
            <a:t> </a:t>
          </a:r>
          <a:r>
            <a:rPr lang="en-US" sz="2000" kern="1200" dirty="0" err="1"/>
            <a:t>políticas</a:t>
          </a:r>
          <a:r>
            <a:rPr lang="en-US" sz="2000" kern="1200" dirty="0"/>
            <a:t> </a:t>
          </a:r>
          <a:r>
            <a:rPr lang="en-US" sz="2000" kern="1200" dirty="0" err="1"/>
            <a:t>públicas</a:t>
          </a:r>
          <a:r>
            <a:rPr lang="en-US" sz="2000" kern="1200" dirty="0"/>
            <a:t> de </a:t>
          </a:r>
          <a:r>
            <a:rPr lang="en-US" sz="2000" kern="1200" dirty="0" err="1"/>
            <a:t>igualdad</a:t>
          </a:r>
          <a:r>
            <a:rPr lang="en-US" sz="2000" kern="1200" dirty="0"/>
            <a:t>.</a:t>
          </a:r>
        </a:p>
      </dsp:txBody>
      <dsp:txXfrm>
        <a:off x="8127590" y="1415867"/>
        <a:ext cx="2508451" cy="1806085"/>
      </dsp:txXfrm>
    </dsp:sp>
    <dsp:sp modelId="{44E95031-BC8C-4361-A211-320652C2E76B}">
      <dsp:nvSpPr>
        <dsp:cNvPr id="0" name=""/>
        <dsp:cNvSpPr/>
      </dsp:nvSpPr>
      <dsp:spPr>
        <a:xfrm>
          <a:off x="8127590" y="211810"/>
          <a:ext cx="2508451" cy="1204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779" tIns="165100" rIns="24777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04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600" kern="1200"/>
        </a:p>
      </dsp:txBody>
      <dsp:txXfrm>
        <a:off x="8127590" y="211810"/>
        <a:ext cx="2508451" cy="1204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0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44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293" y="1709738"/>
            <a:ext cx="10617157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0293" y="4589463"/>
            <a:ext cx="106171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270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57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3903"/>
            <a:ext cx="522033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737063"/>
            <a:ext cx="5220335" cy="3452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390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37063"/>
            <a:ext cx="5183188" cy="3452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9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9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2226364"/>
            <a:ext cx="3994785" cy="364262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5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020" y="457200"/>
            <a:ext cx="405400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8020" y="2250218"/>
            <a:ext cx="4054006" cy="361876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6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7240" y="365125"/>
            <a:ext cx="77952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073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D62DB5A-5AA0-4E7E-94AB-AD20F02CA8DF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086ECE-EF43-4B07-9DD0-59679471A067}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2" y="365125"/>
            <a:ext cx="106375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2" y="1825625"/>
            <a:ext cx="106375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2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3657AA7F-BE72-4467-897E-7A302F46504F}" type="datetimeFigureOut">
              <a:rPr lang="en-US" smtClean="0"/>
              <a:pPr/>
              <a:t>6/15/2025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7156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2238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apital.es/revista-capital/2020-finaliza-con-32-mujeres-mas-en-los-consejos-de-administracion-de-las-empresas-cotizadas/67318/" TargetMode="External"/><Relationship Id="rId2" Type="http://schemas.openxmlformats.org/officeDocument/2006/relationships/hyperlink" Target="https://www.adding-plus.com/blog/herramientas-propias-analisis-datos-clave-del-exit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8128/D010.V13.0" TargetMode="External"/><Relationship Id="rId4" Type="http://schemas.openxmlformats.org/officeDocument/2006/relationships/hyperlink" Target="https://doi.org/10.1093/rfs/hhp1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94DA0203-BFB4-49DB-A205-51AD7549D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8" name="Picture 4" descr="32 mujeres más en los consejos de administración - Capital">
            <a:extLst>
              <a:ext uri="{FF2B5EF4-FFF2-40B4-BE49-F238E27FC236}">
                <a16:creationId xmlns:a16="http://schemas.microsoft.com/office/drawing/2014/main" id="{5E192483-13A5-6621-3377-FF061C01E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"/>
          <a:stretch>
            <a:fillRect/>
          </a:stretch>
        </p:blipFill>
        <p:spPr bwMode="auto">
          <a:xfrm>
            <a:off x="5355" y="10"/>
            <a:ext cx="1218664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652F1BB8-9F6C-45D6-898D-65348D26B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493446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08893D-B60C-C72D-4BA5-79B1CF448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0" y="1143294"/>
            <a:ext cx="9923708" cy="1020188"/>
          </a:xfrm>
        </p:spPr>
        <p:txBody>
          <a:bodyPr anchor="t">
            <a:normAutofit/>
          </a:bodyPr>
          <a:lstStyle/>
          <a:p>
            <a:pPr algn="l"/>
            <a:r>
              <a:rPr lang="es-ES" sz="2900" b="1">
                <a:solidFill>
                  <a:srgbClr val="FFFFFF"/>
                </a:solidFill>
              </a:rPr>
              <a:t>Mujeres en la Cúpula: El Impacto de la Ley SB-826 sobre la Brecha Salarial de Género en California.</a:t>
            </a:r>
            <a:endParaRPr lang="es-ES" sz="29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920325-8B1F-99D5-68B4-8626740EB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" y="2315053"/>
            <a:ext cx="9923711" cy="818775"/>
          </a:xfrm>
        </p:spPr>
        <p:txBody>
          <a:bodyPr anchor="t">
            <a:normAutofit/>
          </a:bodyPr>
          <a:lstStyle/>
          <a:p>
            <a:pPr algn="l"/>
            <a:r>
              <a:rPr lang="es-ES" sz="2200">
                <a:solidFill>
                  <a:srgbClr val="FFFFFF"/>
                </a:solidFill>
              </a:rPr>
              <a:t>Pablo Díaz Pérez</a:t>
            </a:r>
          </a:p>
        </p:txBody>
      </p:sp>
    </p:spTree>
    <p:extLst>
      <p:ext uri="{BB962C8B-B14F-4D97-AF65-F5344CB8AC3E}">
        <p14:creationId xmlns:p14="http://schemas.microsoft.com/office/powerpoint/2010/main" val="1784138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E0392-D43C-0DA5-4452-F1F1E3764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¿Funciona una cuota de género?</a:t>
            </a:r>
          </a:p>
        </p:txBody>
      </p:sp>
      <p:graphicFrame>
        <p:nvGraphicFramePr>
          <p:cNvPr id="13" name="Marcador de contenido 2">
            <a:extLst>
              <a:ext uri="{FF2B5EF4-FFF2-40B4-BE49-F238E27FC236}">
                <a16:creationId xmlns:a16="http://schemas.microsoft.com/office/drawing/2014/main" id="{696EF79B-03ED-6731-6047-8E856A384A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978789"/>
              </p:ext>
            </p:extLst>
          </p:nvPr>
        </p:nvGraphicFramePr>
        <p:xfrm>
          <a:off x="777242" y="1825625"/>
          <a:ext cx="1063751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21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80A97F9-87C9-4710-B480-406EA55C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6D6F0AC2-F229-46DE-A0A2-5CB386CE9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665B20-85F0-BA42-E916-80756D709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77240"/>
            <a:ext cx="4459295" cy="1812537"/>
          </a:xfrm>
        </p:spPr>
        <p:txBody>
          <a:bodyPr anchor="b">
            <a:normAutofit/>
          </a:bodyPr>
          <a:lstStyle/>
          <a:p>
            <a:r>
              <a:rPr lang="es-ES" sz="4400"/>
              <a:t>¿Qué aporta este estudio?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70A09E-401D-C0E8-40A8-6A6580DB8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786743"/>
            <a:ext cx="4459295" cy="3390220"/>
          </a:xfrm>
        </p:spPr>
        <p:txBody>
          <a:bodyPr anchor="t">
            <a:normAutofit/>
          </a:bodyPr>
          <a:lstStyle/>
          <a:p>
            <a:r>
              <a:rPr lang="es-ES" dirty="0"/>
              <a:t>Entender si una política concreta cambia las circunstancias.</a:t>
            </a:r>
          </a:p>
          <a:p>
            <a:endParaRPr lang="es-ES" dirty="0"/>
          </a:p>
          <a:p>
            <a:r>
              <a:rPr lang="es-ES" dirty="0"/>
              <a:t>Aportar evidencia empírica sobre una cuestión clave de equidad.</a:t>
            </a:r>
          </a:p>
          <a:p>
            <a:endParaRPr lang="es-ES" dirty="0"/>
          </a:p>
          <a:p>
            <a:r>
              <a:rPr lang="es-ES" dirty="0"/>
              <a:t>Evaluar políticas que pueden replicarse en otros contextos.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6988DF46-BB01-4433-86D4-321BC88CE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167" y="476600"/>
            <a:ext cx="5888959" cy="5887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La Investigación de mercados y análisis de datos: ¿Mejor desde dentro?">
            <a:extLst>
              <a:ext uri="{FF2B5EF4-FFF2-40B4-BE49-F238E27FC236}">
                <a16:creationId xmlns:a16="http://schemas.microsoft.com/office/drawing/2014/main" id="{0D4EE175-0488-17E7-E127-6F4102802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9" r="18626" b="-2"/>
          <a:stretch>
            <a:fillRect/>
          </a:stretch>
        </p:blipFill>
        <p:spPr bwMode="auto">
          <a:xfrm>
            <a:off x="5821119" y="493987"/>
            <a:ext cx="5888959" cy="588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791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80A97F9-87C9-4710-B480-406EA55C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6D6F0AC2-F229-46DE-A0A2-5CB386CE9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AF7581-47E4-A30C-BB36-38F5275A0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77240"/>
            <a:ext cx="4459295" cy="1812537"/>
          </a:xfrm>
        </p:spPr>
        <p:txBody>
          <a:bodyPr anchor="b">
            <a:normAutofit/>
          </a:bodyPr>
          <a:lstStyle/>
          <a:p>
            <a:r>
              <a:rPr lang="es-ES" sz="4400" dirty="0"/>
              <a:t>Una ley pionera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ED4531-7D7A-F933-C75D-1B707E4EE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786743"/>
            <a:ext cx="4459295" cy="3390220"/>
          </a:xfrm>
        </p:spPr>
        <p:txBody>
          <a:bodyPr anchor="t">
            <a:normAutofit/>
          </a:bodyPr>
          <a:lstStyle/>
          <a:p>
            <a:r>
              <a:rPr lang="es-ES" dirty="0"/>
              <a:t>Aprobada en California en 2018.</a:t>
            </a:r>
          </a:p>
          <a:p>
            <a:endParaRPr lang="es-ES" dirty="0"/>
          </a:p>
          <a:p>
            <a:r>
              <a:rPr lang="es-ES" dirty="0"/>
              <a:t>Primera en exigir mujeres en consejos de administración de empresas cotizadas.</a:t>
            </a:r>
          </a:p>
          <a:p>
            <a:endParaRPr lang="es-ES" dirty="0"/>
          </a:p>
          <a:p>
            <a:r>
              <a:rPr lang="es-ES" dirty="0"/>
              <a:t>Objetivo: corregir infrarrepresentación histórica.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6988DF46-BB01-4433-86D4-321BC88CE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167" y="476600"/>
            <a:ext cx="5888959" cy="5887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DC1F6A7-CBA1-6322-0EE9-D6F916DFF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 bwMode="auto">
          <a:xfrm>
            <a:off x="5821119" y="493987"/>
            <a:ext cx="5888959" cy="588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321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D62DB5A-5AA0-4E7E-94AB-AD20F02CA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086ECE-EF43-4B07-9DD0-59679471A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CE74505-85B7-4C6D-8066-30E306CB8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518D20D-5F05-49C3-8900-68783F8AC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50CA5B-2FF8-43D9-B7D8-3BDE1BFD3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0F19F-00CF-9AEC-4F11-40201BEA6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73" y="520700"/>
            <a:ext cx="5046927" cy="24208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err="1"/>
              <a:t>Muestra</a:t>
            </a:r>
            <a:r>
              <a:rPr lang="en-US" dirty="0"/>
              <a:t>, </a:t>
            </a:r>
            <a:r>
              <a:rPr lang="en-US" dirty="0" err="1"/>
              <a:t>periodos</a:t>
            </a:r>
            <a:r>
              <a:rPr lang="en-US" dirty="0"/>
              <a:t> y </a:t>
            </a:r>
            <a:r>
              <a:rPr lang="en-US" dirty="0" err="1"/>
              <a:t>herramientas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1A1E60-9477-4E7A-A6B2-63B329C8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167" y="476600"/>
            <a:ext cx="5888959" cy="5887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3D5ECAD4-6C17-BF60-548B-6081D23E5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73" y="3361467"/>
            <a:ext cx="4858451" cy="3002546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4598B7E-86A5-8799-5A35-CCBBDDA8E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502745"/>
              </p:ext>
            </p:extLst>
          </p:nvPr>
        </p:nvGraphicFramePr>
        <p:xfrm>
          <a:off x="5824167" y="1097280"/>
          <a:ext cx="5888959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311">
                  <a:extLst>
                    <a:ext uri="{9D8B030D-6E8A-4147-A177-3AD203B41FA5}">
                      <a16:colId xmlns:a16="http://schemas.microsoft.com/office/drawing/2014/main" val="1006854725"/>
                    </a:ext>
                  </a:extLst>
                </a:gridCol>
                <a:gridCol w="2940648">
                  <a:extLst>
                    <a:ext uri="{9D8B030D-6E8A-4147-A177-3AD203B41FA5}">
                      <a16:colId xmlns:a16="http://schemas.microsoft.com/office/drawing/2014/main" val="1230430092"/>
                    </a:ext>
                  </a:extLst>
                </a:gridCol>
              </a:tblGrid>
              <a:tr h="363626">
                <a:tc>
                  <a:txBody>
                    <a:bodyPr/>
                    <a:lstStyle/>
                    <a:p>
                      <a:r>
                        <a:rPr lang="es-ES" dirty="0"/>
                        <a:t>Elemento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Detalles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431423"/>
                  </a:ext>
                </a:extLst>
              </a:tr>
              <a:tr h="1454505">
                <a:tc>
                  <a:txBody>
                    <a:bodyPr/>
                    <a:lstStyle/>
                    <a:p>
                      <a:r>
                        <a:rPr lang="es-ES" b="1" dirty="0"/>
                        <a:t>Periodo analizado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2016–2023 dividido en tres fases: • 2016–2018 (pre SB-826) • 2019–2020 (fase inicial) • 2021–2023 (aplicación completa)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1291305"/>
                  </a:ext>
                </a:extLst>
              </a:tr>
              <a:tr h="636346">
                <a:tc>
                  <a:txBody>
                    <a:bodyPr/>
                    <a:lstStyle/>
                    <a:p>
                      <a:r>
                        <a:rPr lang="es-ES" b="1" dirty="0"/>
                        <a:t>Fuente de datos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n-NO"/>
                        <a:t>IPUMS USA (ACS) + Frydman &amp; Saks (2010)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25172"/>
                  </a:ext>
                </a:extLst>
              </a:tr>
              <a:tr h="636346">
                <a:tc>
                  <a:txBody>
                    <a:bodyPr/>
                    <a:lstStyle/>
                    <a:p>
                      <a:r>
                        <a:rPr lang="es-ES" b="1"/>
                        <a:t>Variables clave</a:t>
                      </a:r>
                      <a:endParaRPr lang="es-E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/>
                        <a:t>Género, salario, industria, edad, año, condado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972879"/>
                  </a:ext>
                </a:extLst>
              </a:tr>
              <a:tr h="636346">
                <a:tc>
                  <a:txBody>
                    <a:bodyPr/>
                    <a:lstStyle/>
                    <a:p>
                      <a:r>
                        <a:rPr lang="es-ES" b="1"/>
                        <a:t>Unidad de análisis</a:t>
                      </a:r>
                      <a:endParaRPr lang="es-E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/>
                        <a:t>Individuos en puestos ejecutivos (N ≈ 3 millones)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9882044"/>
                  </a:ext>
                </a:extLst>
              </a:tr>
              <a:tr h="909065">
                <a:tc>
                  <a:txBody>
                    <a:bodyPr/>
                    <a:lstStyle/>
                    <a:p>
                      <a:r>
                        <a:rPr lang="es-ES" b="1"/>
                        <a:t>Herramientas</a:t>
                      </a:r>
                      <a:endParaRPr lang="es-E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RStudio</a:t>
                      </a:r>
                      <a:r>
                        <a:rPr lang="es-ES" dirty="0"/>
                        <a:t> (procesamiento y visualización), correlaciones y estadísticas descriptivas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111814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260559B6-1736-C04B-CC20-5757F53AFE14}"/>
              </a:ext>
            </a:extLst>
          </p:cNvPr>
          <p:cNvSpPr txBox="1"/>
          <p:nvPr/>
        </p:nvSpPr>
        <p:spPr>
          <a:xfrm>
            <a:off x="837250" y="6364013"/>
            <a:ext cx="4688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Fuente: Elaboración propia con datos de IPUMS USA (2025)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0440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0A97F9-87C9-4710-B480-406EA55C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6F0AC2-F229-46DE-A0A2-5CB386CE9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3ED3E6-0F4A-1E0F-81FA-9479558E4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77240"/>
            <a:ext cx="3948953" cy="1812537"/>
          </a:xfrm>
        </p:spPr>
        <p:txBody>
          <a:bodyPr anchor="b">
            <a:normAutofit fontScale="90000"/>
          </a:bodyPr>
          <a:lstStyle/>
          <a:p>
            <a:r>
              <a:rPr lang="es-ES" sz="4400" dirty="0"/>
              <a:t>¿Ha bajado la desigualdad salarial?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7BCC2C-2E00-482B-7036-BF3F2B7A0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786743"/>
            <a:ext cx="3948953" cy="3390220"/>
          </a:xfrm>
        </p:spPr>
        <p:txBody>
          <a:bodyPr anchor="t">
            <a:normAutofit/>
          </a:bodyPr>
          <a:lstStyle/>
          <a:p>
            <a:r>
              <a:rPr lang="es-ES" dirty="0"/>
              <a:t>Brecha se ha reducido tras SB-826.</a:t>
            </a:r>
          </a:p>
          <a:p>
            <a:endParaRPr lang="es-ES" dirty="0"/>
          </a:p>
          <a:p>
            <a:r>
              <a:rPr lang="es-ES" dirty="0"/>
              <a:t>Pero hay diferencias regionales.</a:t>
            </a:r>
          </a:p>
          <a:p>
            <a:endParaRPr lang="es-E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88DF46-BB01-4433-86D4-321BC88CE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167" y="476600"/>
            <a:ext cx="5888959" cy="59063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A7275345-E30A-B547-45B7-9758593DF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119" y="1618764"/>
            <a:ext cx="5888959" cy="363940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1007EA9-9392-FAAB-AF91-F9BA2C251923}"/>
              </a:ext>
            </a:extLst>
          </p:cNvPr>
          <p:cNvSpPr txBox="1"/>
          <p:nvPr/>
        </p:nvSpPr>
        <p:spPr>
          <a:xfrm>
            <a:off x="7389628" y="5411972"/>
            <a:ext cx="3338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Fuente: Elaboración propia con datos de IPUMS USA (2025)</a:t>
            </a:r>
          </a:p>
        </p:txBody>
      </p:sp>
    </p:spTree>
    <p:extLst>
      <p:ext uri="{BB962C8B-B14F-4D97-AF65-F5344CB8AC3E}">
        <p14:creationId xmlns:p14="http://schemas.microsoft.com/office/powerpoint/2010/main" val="3021029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0A97F9-87C9-4710-B480-406EA55C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6F0AC2-F229-46DE-A0A2-5CB386CE9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F01951-5E97-D0C9-705E-C5CF0F646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77240"/>
            <a:ext cx="3948953" cy="1812537"/>
          </a:xfrm>
        </p:spPr>
        <p:txBody>
          <a:bodyPr anchor="b">
            <a:normAutofit/>
          </a:bodyPr>
          <a:lstStyle/>
          <a:p>
            <a:r>
              <a:rPr lang="es-ES" sz="4400"/>
              <a:t>¿Más mujeres = menos brechas?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648417-C6EA-FD1D-01BE-A2C01B50D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786743"/>
            <a:ext cx="3948953" cy="3390220"/>
          </a:xfrm>
        </p:spPr>
        <p:txBody>
          <a:bodyPr anchor="t">
            <a:normAutofit/>
          </a:bodyPr>
          <a:lstStyle/>
          <a:p>
            <a:r>
              <a:rPr lang="es-ES" dirty="0"/>
              <a:t>Coeficiente de Pearson: r = -0.4</a:t>
            </a:r>
          </a:p>
          <a:p>
            <a:endParaRPr lang="es-ES" dirty="0"/>
          </a:p>
          <a:p>
            <a:r>
              <a:rPr lang="es-ES" dirty="0"/>
              <a:t>A más mujeres en el consejo, menor brecha salarial.</a:t>
            </a:r>
          </a:p>
          <a:p>
            <a:endParaRPr lang="es-ES" dirty="0"/>
          </a:p>
          <a:p>
            <a:r>
              <a:rPr lang="es-ES" dirty="0"/>
              <a:t>Relación estadísticamente significativa.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88DF46-BB01-4433-86D4-321BC88CE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167" y="476600"/>
            <a:ext cx="5888959" cy="59063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B7C50003-8872-4DFF-A80A-6C2CBF648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119" y="1618764"/>
            <a:ext cx="5888959" cy="363940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F0B5353-7B93-D259-C4EF-3C20B170D8ED}"/>
              </a:ext>
            </a:extLst>
          </p:cNvPr>
          <p:cNvSpPr txBox="1"/>
          <p:nvPr/>
        </p:nvSpPr>
        <p:spPr>
          <a:xfrm>
            <a:off x="7208874" y="5486400"/>
            <a:ext cx="3211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Fuente: Elaboración propia con datos de IPUMS USA (2025)</a:t>
            </a:r>
          </a:p>
        </p:txBody>
      </p:sp>
    </p:spTree>
    <p:extLst>
      <p:ext uri="{BB962C8B-B14F-4D97-AF65-F5344CB8AC3E}">
        <p14:creationId xmlns:p14="http://schemas.microsoft.com/office/powerpoint/2010/main" val="434831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47" name="Rectangle 4149">
            <a:extLst>
              <a:ext uri="{FF2B5EF4-FFF2-40B4-BE49-F238E27FC236}">
                <a16:creationId xmlns:a16="http://schemas.microsoft.com/office/drawing/2014/main" id="{A80A97F9-87C9-4710-B480-406EA55C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48" name="Rectangle 4151">
            <a:extLst>
              <a:ext uri="{FF2B5EF4-FFF2-40B4-BE49-F238E27FC236}">
                <a16:creationId xmlns:a16="http://schemas.microsoft.com/office/drawing/2014/main" id="{6D6F0AC2-F229-46DE-A0A2-5CB386CE9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5DB2F4-F6B7-4D44-DDA5-983C5F909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777240"/>
            <a:ext cx="3948953" cy="1812537"/>
          </a:xfrm>
        </p:spPr>
        <p:txBody>
          <a:bodyPr anchor="b">
            <a:normAutofit/>
          </a:bodyPr>
          <a:lstStyle/>
          <a:p>
            <a:r>
              <a:rPr lang="es-ES" sz="4100" dirty="0"/>
              <a:t>Una medida necesaria, pero…</a:t>
            </a:r>
          </a:p>
        </p:txBody>
      </p:sp>
      <p:sp>
        <p:nvSpPr>
          <p:cNvPr id="4149" name="Rectangle 4153">
            <a:extLst>
              <a:ext uri="{FF2B5EF4-FFF2-40B4-BE49-F238E27FC236}">
                <a16:creationId xmlns:a16="http://schemas.microsoft.com/office/drawing/2014/main" id="{6988DF46-BB01-4433-86D4-321BC88CE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167" y="476600"/>
            <a:ext cx="5888959" cy="59063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56BEA807-5CC3-8D14-FD7E-9CC78D338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119" y="1618764"/>
            <a:ext cx="5888959" cy="3639405"/>
          </a:xfrm>
          <a:prstGeom prst="rect">
            <a:avLst/>
          </a:prstGeom>
        </p:spPr>
      </p:pic>
      <p:graphicFrame>
        <p:nvGraphicFramePr>
          <p:cNvPr id="4133" name="Marcador de contenido 2">
            <a:extLst>
              <a:ext uri="{FF2B5EF4-FFF2-40B4-BE49-F238E27FC236}">
                <a16:creationId xmlns:a16="http://schemas.microsoft.com/office/drawing/2014/main" id="{FF360000-FF29-4F21-0290-5DE84E4E33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9531274"/>
              </p:ext>
            </p:extLst>
          </p:nvPr>
        </p:nvGraphicFramePr>
        <p:xfrm>
          <a:off x="777240" y="2786743"/>
          <a:ext cx="3948953" cy="3390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57D29658-C8F6-0A94-6382-6D13022104D5}"/>
              </a:ext>
            </a:extLst>
          </p:cNvPr>
          <p:cNvSpPr txBox="1"/>
          <p:nvPr/>
        </p:nvSpPr>
        <p:spPr>
          <a:xfrm>
            <a:off x="6815470" y="5380074"/>
            <a:ext cx="3731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Fuente: Elaboración propia con datos de IPUMS USA (2025)</a:t>
            </a:r>
          </a:p>
        </p:txBody>
      </p:sp>
    </p:spTree>
    <p:extLst>
      <p:ext uri="{BB962C8B-B14F-4D97-AF65-F5344CB8AC3E}">
        <p14:creationId xmlns:p14="http://schemas.microsoft.com/office/powerpoint/2010/main" val="587431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0A97F9-87C9-4710-B480-406EA55C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6F0AC2-F229-46DE-A0A2-5CB386CE9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lumMod val="90000"/>
              <a:lumOff val="1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90C9E3-F468-2DF2-D11B-5D1A0B73F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93988"/>
            <a:ext cx="10935886" cy="1921666"/>
          </a:xfrm>
        </p:spPr>
        <p:txBody>
          <a:bodyPr anchor="ctr">
            <a:normAutofit/>
          </a:bodyPr>
          <a:lstStyle/>
          <a:p>
            <a:r>
              <a:rPr lang="es-ES" sz="4400"/>
              <a:t>Hacia una igualdad real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93ED83F-2625-298B-1768-46B3B690A1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9812856"/>
              </p:ext>
            </p:extLst>
          </p:nvPr>
        </p:nvGraphicFramePr>
        <p:xfrm>
          <a:off x="777875" y="2743200"/>
          <a:ext cx="10636250" cy="3433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1824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87ED5-3782-9095-13A6-7DBA73481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79FA47-04B8-FC98-3E82-2B0E77736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2" y="1825625"/>
            <a:ext cx="10769716" cy="4522012"/>
          </a:xfrm>
        </p:spPr>
        <p:txBody>
          <a:bodyPr>
            <a:normAutofit/>
          </a:bodyPr>
          <a:lstStyle/>
          <a:p>
            <a:r>
              <a:rPr lang="es-ES" dirty="0" err="1"/>
              <a:t>Adding</a:t>
            </a:r>
            <a:r>
              <a:rPr lang="es-ES" dirty="0"/>
              <a:t> Plus. (s.f.). </a:t>
            </a:r>
            <a:r>
              <a:rPr lang="es-ES" i="1" dirty="0"/>
              <a:t>Herramientas propias: Análisis de datos, clave del éxito</a:t>
            </a:r>
            <a:r>
              <a:rPr lang="es-ES" dirty="0"/>
              <a:t>. </a:t>
            </a:r>
            <a:r>
              <a:rPr lang="es-ES" dirty="0">
                <a:hlinkClick r:id="rId2"/>
              </a:rPr>
              <a:t>https://www.adding-plus.com/blog/herramientas-propias-analisis-datos-clave-del-exito/</a:t>
            </a:r>
            <a:endParaRPr lang="es-ES" dirty="0"/>
          </a:p>
          <a:p>
            <a:r>
              <a:rPr lang="es-ES" dirty="0"/>
              <a:t>Capital.es. (2020). </a:t>
            </a:r>
            <a:r>
              <a:rPr lang="es-ES" i="1" dirty="0"/>
              <a:t>2020 finaliza con 32 mujeres más en los consejos de administración de las empresas cotizadas</a:t>
            </a:r>
            <a:r>
              <a:rPr lang="es-ES" dirty="0"/>
              <a:t>. </a:t>
            </a:r>
            <a:r>
              <a:rPr lang="es-ES" dirty="0">
                <a:hlinkClick r:id="rId3"/>
              </a:rPr>
              <a:t>https://capital.es/revista-capital/2020-finaliza-con-32-mujeres-mas-en-los-consejos-de-administracion-de-las-empresas-cotizadas/67318/</a:t>
            </a:r>
            <a:endParaRPr lang="es-ES" dirty="0"/>
          </a:p>
          <a:p>
            <a:r>
              <a:rPr lang="es-ES" dirty="0" err="1"/>
              <a:t>ChatGPT</a:t>
            </a:r>
            <a:r>
              <a:rPr lang="es-ES" dirty="0"/>
              <a:t> (</a:t>
            </a:r>
            <a:r>
              <a:rPr lang="es-ES" dirty="0" err="1"/>
              <a:t>OpenAI</a:t>
            </a:r>
            <a:r>
              <a:rPr lang="es-ES" dirty="0"/>
              <a:t>). (2025). Imagen generada por inteligencia artificial. [Imagen generada con IA].</a:t>
            </a:r>
          </a:p>
          <a:p>
            <a:r>
              <a:rPr lang="es-ES" dirty="0" err="1"/>
              <a:t>Frydman</a:t>
            </a:r>
            <a:r>
              <a:rPr lang="es-ES" dirty="0"/>
              <a:t>, C., &amp; Saks, R. E. (2010). </a:t>
            </a:r>
            <a:r>
              <a:rPr lang="es-ES" i="1" dirty="0"/>
              <a:t>Executive </a:t>
            </a:r>
            <a:r>
              <a:rPr lang="es-ES" i="1" dirty="0" err="1"/>
              <a:t>compensation</a:t>
            </a:r>
            <a:r>
              <a:rPr lang="es-ES" i="1" dirty="0"/>
              <a:t>: A new </a:t>
            </a:r>
            <a:r>
              <a:rPr lang="es-ES" i="1" dirty="0" err="1"/>
              <a:t>view</a:t>
            </a:r>
            <a:r>
              <a:rPr lang="es-ES" i="1" dirty="0"/>
              <a:t> </a:t>
            </a:r>
            <a:r>
              <a:rPr lang="es-ES" i="1" dirty="0" err="1"/>
              <a:t>from</a:t>
            </a:r>
            <a:r>
              <a:rPr lang="es-ES" i="1" dirty="0"/>
              <a:t> a </a:t>
            </a:r>
            <a:r>
              <a:rPr lang="es-ES" i="1" dirty="0" err="1"/>
              <a:t>long-term</a:t>
            </a:r>
            <a:r>
              <a:rPr lang="es-ES" i="1" dirty="0"/>
              <a:t> </a:t>
            </a:r>
            <a:r>
              <a:rPr lang="es-ES" i="1" dirty="0" err="1"/>
              <a:t>perspective</a:t>
            </a:r>
            <a:r>
              <a:rPr lang="es-ES" i="1" dirty="0"/>
              <a:t>, 1936–2005</a:t>
            </a:r>
            <a:r>
              <a:rPr lang="es-ES" dirty="0"/>
              <a:t>. </a:t>
            </a:r>
            <a:r>
              <a:rPr lang="es-ES" i="1" dirty="0" err="1"/>
              <a:t>The</a:t>
            </a:r>
            <a:r>
              <a:rPr lang="es-ES" i="1" dirty="0"/>
              <a:t> </a:t>
            </a:r>
            <a:r>
              <a:rPr lang="es-ES" i="1" dirty="0" err="1"/>
              <a:t>Review</a:t>
            </a:r>
            <a:r>
              <a:rPr lang="es-ES" i="1" dirty="0"/>
              <a:t> </a:t>
            </a:r>
            <a:r>
              <a:rPr lang="es-ES" i="1" dirty="0" err="1"/>
              <a:t>of</a:t>
            </a:r>
            <a:r>
              <a:rPr lang="es-ES" i="1" dirty="0"/>
              <a:t> </a:t>
            </a:r>
            <a:r>
              <a:rPr lang="es-ES" i="1" dirty="0" err="1"/>
              <a:t>Financial</a:t>
            </a:r>
            <a:r>
              <a:rPr lang="es-ES" i="1" dirty="0"/>
              <a:t> </a:t>
            </a:r>
            <a:r>
              <a:rPr lang="es-ES" i="1" dirty="0" err="1"/>
              <a:t>Studies</a:t>
            </a:r>
            <a:r>
              <a:rPr lang="es-ES" i="1" dirty="0"/>
              <a:t>, 23</a:t>
            </a:r>
            <a:r>
              <a:rPr lang="es-ES" dirty="0"/>
              <a:t>(5), 2099–2138. </a:t>
            </a:r>
            <a:r>
              <a:rPr lang="es-ES" dirty="0">
                <a:hlinkClick r:id="rId4"/>
              </a:rPr>
              <a:t>https://doi.org/10.1093/rfs/hhp120</a:t>
            </a:r>
            <a:endParaRPr lang="es-ES" dirty="0"/>
          </a:p>
          <a:p>
            <a:r>
              <a:rPr lang="es-ES" dirty="0"/>
              <a:t>Ruggles, S., </a:t>
            </a:r>
            <a:r>
              <a:rPr lang="es-ES" dirty="0" err="1"/>
              <a:t>Flood</a:t>
            </a:r>
            <a:r>
              <a:rPr lang="es-ES" dirty="0"/>
              <a:t>, S., Foster, S., Pacas, J., &amp; Sobek, M. (2023). </a:t>
            </a:r>
            <a:r>
              <a:rPr lang="es-ES" i="1" dirty="0"/>
              <a:t>IPUMS USA: </a:t>
            </a:r>
            <a:r>
              <a:rPr lang="es-ES" i="1" dirty="0" err="1"/>
              <a:t>Version</a:t>
            </a:r>
            <a:r>
              <a:rPr lang="es-ES" i="1" dirty="0"/>
              <a:t> 13.0 [</a:t>
            </a:r>
            <a:r>
              <a:rPr lang="es-ES" i="1" dirty="0" err="1"/>
              <a:t>dataset</a:t>
            </a:r>
            <a:r>
              <a:rPr lang="es-ES" i="1" dirty="0"/>
              <a:t>]</a:t>
            </a:r>
            <a:r>
              <a:rPr lang="es-ES" dirty="0"/>
              <a:t>. IPUMS. </a:t>
            </a:r>
            <a:r>
              <a:rPr lang="es-ES" dirty="0">
                <a:hlinkClick r:id="rId5"/>
              </a:rPr>
              <a:t>https://doi.org/10.18128/D010.V13.0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7441899"/>
      </p:ext>
    </p:extLst>
  </p:cSld>
  <p:clrMapOvr>
    <a:masterClrMapping/>
  </p:clrMapOvr>
</p:sld>
</file>

<file path=ppt/theme/theme1.xml><?xml version="1.0" encoding="utf-8"?>
<a:theme xmlns:a="http://schemas.openxmlformats.org/drawingml/2006/main" name="CelebrationVTI">
  <a:themeElements>
    <a:clrScheme name="Custom 25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1274F"/>
      </a:accent1>
      <a:accent2>
        <a:srgbClr val="97446E"/>
      </a:accent2>
      <a:accent3>
        <a:srgbClr val="24BEEE"/>
      </a:accent3>
      <a:accent4>
        <a:srgbClr val="A52B3A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brationVTI" id="{BAD6E4D6-FB5F-472A-BAD2-154760D77BE0}" vid="{59D360FE-6438-46F1-A5A6-11415132A2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12483</TotalTime>
  <Words>567</Words>
  <Application>Microsoft Office PowerPoint</Application>
  <PresentationFormat>Panorámica</PresentationFormat>
  <Paragraphs>66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AvenirNext LT Pro Medium</vt:lpstr>
      <vt:lpstr>Calibri</vt:lpstr>
      <vt:lpstr>Gill Sans Nova</vt:lpstr>
      <vt:lpstr>CelebrationVTI</vt:lpstr>
      <vt:lpstr>Mujeres en la Cúpula: El Impacto de la Ley SB-826 sobre la Brecha Salarial de Género en California.</vt:lpstr>
      <vt:lpstr>¿Funciona una cuota de género?</vt:lpstr>
      <vt:lpstr>¿Qué aporta este estudio?</vt:lpstr>
      <vt:lpstr>Una ley pionera</vt:lpstr>
      <vt:lpstr>Muestra, periodos y herramientas</vt:lpstr>
      <vt:lpstr>¿Ha bajado la desigualdad salarial?</vt:lpstr>
      <vt:lpstr>¿Más mujeres = menos brechas?</vt:lpstr>
      <vt:lpstr>Una medida necesaria, pero…</vt:lpstr>
      <vt:lpstr>Hacia una igualdad real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Díaz Pérez, Pablo</dc:creator>
  <cp:lastModifiedBy>Díaz Pérez, Pablo</cp:lastModifiedBy>
  <cp:revision>1</cp:revision>
  <dcterms:created xsi:type="dcterms:W3CDTF">2025-06-04T11:23:22Z</dcterms:created>
  <dcterms:modified xsi:type="dcterms:W3CDTF">2025-06-16T16:18:46Z</dcterms:modified>
</cp:coreProperties>
</file>